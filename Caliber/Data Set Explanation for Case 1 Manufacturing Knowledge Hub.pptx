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67" r:id="rId5"/>
    <p:sldId id="27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356156-9B68-BD46-4274-EA4C74F1DB14}" name="Marsha C R Utama Putri - CCO" initials="" userId="S::marsha.cipta@capcx.com::ce6c694b-f650-4986-94dd-3c7f7bdf1864" providerId="AD"/>
  <p188:author id="{224DD457-F809-E537-836F-6BD479CFCB8A}" name="Brigitta Claudia - ITD" initials="BC" userId="S::brigitta.claudia@capcx.com::a6e9c753-94d6-4903-85d4-3251693f7260" providerId="AD"/>
  <p188:author id="{1AEE73BB-6ECF-0B77-5ABB-230B59EE4076}" name="Faizha Adhania Salsabila Yuantri - Internship" initials="FI" userId="S::faizha.yuantri@capcx.com::6c642754-1052-4fc3-ac12-becd95650b7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08-10T08:48:03.887"/>
    <p1510:client id="{294DD551-F11B-D230-D364-F89435D67682}" v="111" dt="2026-08-10T04:55:46.526"/>
    <p1510:client id="{EFB41592-FF88-4C70-9834-F3C419EB109E}" v="4" dt="2026-08-09T06:39:50.185"/>
    <p1510:client id="{F1313794-6EB7-092E-1B32-472D0966631C}" v="6" dt="2026-08-10T09:00:49.964"/>
    <p1510:client id="{F3F818E1-A3DF-DF68-5466-9B2347576E34}" v="6" dt="2026-08-08T17:35:34.373"/>
    <p1510:client id="{FF78970D-AF61-39E4-9FD1-AEA0CA011B96}" v="127" dt="2026-08-10T08:59:30.9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zha Adhania Salsabila Yuantri - Internship" userId="S::faizha.yuantri@capcx.com::6c642754-1052-4fc3-ac12-becd95650b78" providerId="AD" clId="Web-{FF78970D-AF61-39E4-9FD1-AEA0CA011B96}"/>
    <pc:docChg chg="modSld">
      <pc:chgData name="Faizha Adhania Salsabila Yuantri - Internship" userId="S::faizha.yuantri@capcx.com::6c642754-1052-4fc3-ac12-becd95650b78" providerId="AD" clId="Web-{FF78970D-AF61-39E4-9FD1-AEA0CA011B96}" dt="2026-08-10T08:59:30.920" v="126" actId="1076"/>
      <pc:docMkLst>
        <pc:docMk/>
      </pc:docMkLst>
      <pc:sldChg chg="addSp delSp modSp">
        <pc:chgData name="Faizha Adhania Salsabila Yuantri - Internship" userId="S::faizha.yuantri@capcx.com::6c642754-1052-4fc3-ac12-becd95650b78" providerId="AD" clId="Web-{FF78970D-AF61-39E4-9FD1-AEA0CA011B96}" dt="2026-08-10T08:58:31.449" v="92" actId="1076"/>
        <pc:sldMkLst>
          <pc:docMk/>
          <pc:sldMk cId="1417014881" sldId="273"/>
        </pc:sldMkLst>
        <pc:spChg chg="add del">
          <ac:chgData name="Faizha Adhania Salsabila Yuantri - Internship" userId="S::faizha.yuantri@capcx.com::6c642754-1052-4fc3-ac12-becd95650b78" providerId="AD" clId="Web-{FF78970D-AF61-39E4-9FD1-AEA0CA011B96}" dt="2026-08-10T08:58:10.089" v="33"/>
          <ac:spMkLst>
            <pc:docMk/>
            <pc:sldMk cId="1417014881" sldId="273"/>
            <ac:spMk id="21" creationId="{58BD1819-AF61-8404-5415-27C50F196F1D}"/>
          </ac:spMkLst>
        </pc:spChg>
        <pc:spChg chg="add del">
          <ac:chgData name="Faizha Adhania Salsabila Yuantri - Internship" userId="S::faizha.yuantri@capcx.com::6c642754-1052-4fc3-ac12-becd95650b78" providerId="AD" clId="Web-{FF78970D-AF61-39E4-9FD1-AEA0CA011B96}" dt="2026-08-10T08:58:15.136" v="72"/>
          <ac:spMkLst>
            <pc:docMk/>
            <pc:sldMk cId="1417014881" sldId="273"/>
            <ac:spMk id="40" creationId="{3BABDC43-B756-3185-180A-4AF1F202E0C0}"/>
          </ac:spMkLst>
        </pc:spChg>
        <pc:spChg chg="add del">
          <ac:chgData name="Faizha Adhania Salsabila Yuantri - Internship" userId="S::faizha.yuantri@capcx.com::6c642754-1052-4fc3-ac12-becd95650b78" providerId="AD" clId="Web-{FF78970D-AF61-39E4-9FD1-AEA0CA011B96}" dt="2026-08-10T08:58:15.136" v="71"/>
          <ac:spMkLst>
            <pc:docMk/>
            <pc:sldMk cId="1417014881" sldId="273"/>
            <ac:spMk id="42" creationId="{783EA32A-EDD9-5DA0-6D41-A0CBF68B4D9F}"/>
          </ac:spMkLst>
        </pc:spChg>
        <pc:spChg chg="add del">
          <ac:chgData name="Faizha Adhania Salsabila Yuantri - Internship" userId="S::faizha.yuantri@capcx.com::6c642754-1052-4fc3-ac12-becd95650b78" providerId="AD" clId="Web-{FF78970D-AF61-39E4-9FD1-AEA0CA011B96}" dt="2026-08-10T08:58:15.136" v="70"/>
          <ac:spMkLst>
            <pc:docMk/>
            <pc:sldMk cId="1417014881" sldId="273"/>
            <ac:spMk id="44" creationId="{56CEC98A-0C28-C261-6939-35242D8211D3}"/>
          </ac:spMkLst>
        </pc:spChg>
        <pc:spChg chg="add del">
          <ac:chgData name="Faizha Adhania Salsabila Yuantri - Internship" userId="S::faizha.yuantri@capcx.com::6c642754-1052-4fc3-ac12-becd95650b78" providerId="AD" clId="Web-{FF78970D-AF61-39E4-9FD1-AEA0CA011B96}" dt="2026-08-10T08:58:15.136" v="69"/>
          <ac:spMkLst>
            <pc:docMk/>
            <pc:sldMk cId="1417014881" sldId="273"/>
            <ac:spMk id="46" creationId="{D2A5F6E4-8A12-63E8-A3CE-515B1AB0E295}"/>
          </ac:spMkLst>
        </pc:spChg>
        <pc:spChg chg="add del">
          <ac:chgData name="Faizha Adhania Salsabila Yuantri - Internship" userId="S::faizha.yuantri@capcx.com::6c642754-1052-4fc3-ac12-becd95650b78" providerId="AD" clId="Web-{FF78970D-AF61-39E4-9FD1-AEA0CA011B96}" dt="2026-08-10T08:58:15.121" v="63"/>
          <ac:spMkLst>
            <pc:docMk/>
            <pc:sldMk cId="1417014881" sldId="273"/>
            <ac:spMk id="52" creationId="{CC5273AD-6F0C-0163-7406-F47C032F39A4}"/>
          </ac:spMkLst>
        </pc:spChg>
        <pc:spChg chg="add del">
          <ac:chgData name="Faizha Adhania Salsabila Yuantri - Internship" userId="S::faizha.yuantri@capcx.com::6c642754-1052-4fc3-ac12-becd95650b78" providerId="AD" clId="Web-{FF78970D-AF61-39E4-9FD1-AEA0CA011B96}" dt="2026-08-10T08:58:15.121" v="61"/>
          <ac:spMkLst>
            <pc:docMk/>
            <pc:sldMk cId="1417014881" sldId="273"/>
            <ac:spMk id="54" creationId="{E39E2B17-89C9-259C-A8F2-40D32938C029}"/>
          </ac:spMkLst>
        </pc:spChg>
        <pc:picChg chg="add mod">
          <ac:chgData name="Faizha Adhania Salsabila Yuantri - Internship" userId="S::faizha.yuantri@capcx.com::6c642754-1052-4fc3-ac12-becd95650b78" providerId="AD" clId="Web-{FF78970D-AF61-39E4-9FD1-AEA0CA011B96}" dt="2026-08-10T08:58:31.449" v="92" actId="1076"/>
          <ac:picMkLst>
            <pc:docMk/>
            <pc:sldMk cId="1417014881" sldId="273"/>
            <ac:picMk id="2" creationId="{2C38F42F-A65D-622B-8E6A-2595099851B3}"/>
          </ac:picMkLst>
        </pc:picChg>
        <pc:picChg chg="del">
          <ac:chgData name="Faizha Adhania Salsabila Yuantri - Internship" userId="S::faizha.yuantri@capcx.com::6c642754-1052-4fc3-ac12-becd95650b78" providerId="AD" clId="Web-{FF78970D-AF61-39E4-9FD1-AEA0CA011B96}" dt="2026-08-10T08:57:55.136" v="0"/>
          <ac:picMkLst>
            <pc:docMk/>
            <pc:sldMk cId="1417014881" sldId="273"/>
            <ac:picMk id="3" creationId="{0017916E-2B12-6275-9CB2-4D32A5C8D3C3}"/>
          </ac:picMkLst>
        </pc:pic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87"/>
          <ac:inkMkLst>
            <pc:docMk/>
            <pc:sldMk cId="1417014881" sldId="273"/>
            <ac:inkMk id="9" creationId="{30F8B81D-FBD4-70ED-7588-BDAB779584CC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86"/>
          <ac:inkMkLst>
            <pc:docMk/>
            <pc:sldMk cId="1417014881" sldId="273"/>
            <ac:inkMk id="10" creationId="{E0DE80BD-97A3-5ACB-A4A8-F8A8FB63E72D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85"/>
          <ac:inkMkLst>
            <pc:docMk/>
            <pc:sldMk cId="1417014881" sldId="273"/>
            <ac:inkMk id="11" creationId="{F53FFAFE-0B93-ECCC-D32C-775DB7146B2B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84"/>
          <ac:inkMkLst>
            <pc:docMk/>
            <pc:sldMk cId="1417014881" sldId="273"/>
            <ac:inkMk id="12" creationId="{3D492195-E971-DD4A-49E9-FA077CE83622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83"/>
          <ac:inkMkLst>
            <pc:docMk/>
            <pc:sldMk cId="1417014881" sldId="273"/>
            <ac:inkMk id="16" creationId="{267F4BF9-FF04-C42A-A44F-AC4779680572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82"/>
          <ac:inkMkLst>
            <pc:docMk/>
            <pc:sldMk cId="1417014881" sldId="273"/>
            <ac:inkMk id="17" creationId="{8E94E1F9-68B2-18A4-B05F-B608303621CB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81"/>
          <ac:inkMkLst>
            <pc:docMk/>
            <pc:sldMk cId="1417014881" sldId="273"/>
            <ac:inkMk id="19" creationId="{8A4BE26D-9563-F68E-A9BA-890532EF4A56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80"/>
          <ac:inkMkLst>
            <pc:docMk/>
            <pc:sldMk cId="1417014881" sldId="273"/>
            <ac:inkMk id="22" creationId="{BFA68E9D-02F9-C4B9-BAED-31A08FB769DA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79"/>
          <ac:inkMkLst>
            <pc:docMk/>
            <pc:sldMk cId="1417014881" sldId="273"/>
            <ac:inkMk id="27" creationId="{63CD65AB-2CB9-A4B9-593B-134D05BE15B1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78"/>
          <ac:inkMkLst>
            <pc:docMk/>
            <pc:sldMk cId="1417014881" sldId="273"/>
            <ac:inkMk id="28" creationId="{36756894-4447-5B04-B153-3FA7E17AB297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77"/>
          <ac:inkMkLst>
            <pc:docMk/>
            <pc:sldMk cId="1417014881" sldId="273"/>
            <ac:inkMk id="35" creationId="{3035859F-CB61-4E82-4846-6AEE2D34A26B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76"/>
          <ac:inkMkLst>
            <pc:docMk/>
            <pc:sldMk cId="1417014881" sldId="273"/>
            <ac:inkMk id="36" creationId="{B712116C-F343-320E-C95C-A0597CE09752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75"/>
          <ac:inkMkLst>
            <pc:docMk/>
            <pc:sldMk cId="1417014881" sldId="273"/>
            <ac:inkMk id="37" creationId="{511D728C-6FA7-D9D6-2C81-73F3DB1C40FF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74"/>
          <ac:inkMkLst>
            <pc:docMk/>
            <pc:sldMk cId="1417014881" sldId="273"/>
            <ac:inkMk id="38" creationId="{EF5233DF-BC82-7460-6F2A-FA0E46809312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73"/>
          <ac:inkMkLst>
            <pc:docMk/>
            <pc:sldMk cId="1417014881" sldId="273"/>
            <ac:inkMk id="39" creationId="{BA2FE1C9-C3B8-5B1F-55F6-4B7697F25CF0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68"/>
          <ac:inkMkLst>
            <pc:docMk/>
            <pc:sldMk cId="1417014881" sldId="273"/>
            <ac:inkMk id="47" creationId="{059CDD35-17BA-CC3F-C3FE-2851BB316252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36" v="67"/>
          <ac:inkMkLst>
            <pc:docMk/>
            <pc:sldMk cId="1417014881" sldId="273"/>
            <ac:inkMk id="48" creationId="{B0627A2F-42F9-6D82-8B95-4E7A1C0DEE2E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21" v="66"/>
          <ac:inkMkLst>
            <pc:docMk/>
            <pc:sldMk cId="1417014881" sldId="273"/>
            <ac:inkMk id="49" creationId="{BB6E7306-98F9-62DA-7FE7-A8E287F19B66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21" v="65"/>
          <ac:inkMkLst>
            <pc:docMk/>
            <pc:sldMk cId="1417014881" sldId="273"/>
            <ac:inkMk id="50" creationId="{4D473F86-3D9D-E193-4C53-F80E883E5F42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21" v="64"/>
          <ac:inkMkLst>
            <pc:docMk/>
            <pc:sldMk cId="1417014881" sldId="273"/>
            <ac:inkMk id="51" creationId="{95100E53-ACA7-B25C-87A5-B929BD8CE2C4}"/>
          </ac:inkMkLst>
        </pc:inkChg>
        <pc:inkChg chg="add del">
          <ac:chgData name="Faizha Adhania Salsabila Yuantri - Internship" userId="S::faizha.yuantri@capcx.com::6c642754-1052-4fc3-ac12-becd95650b78" providerId="AD" clId="Web-{FF78970D-AF61-39E4-9FD1-AEA0CA011B96}" dt="2026-08-10T08:58:15.121" v="62"/>
          <ac:inkMkLst>
            <pc:docMk/>
            <pc:sldMk cId="1417014881" sldId="273"/>
            <ac:inkMk id="53" creationId="{348E3A9A-B2C6-848A-5920-BFDA994AE90B}"/>
          </ac:inkMkLst>
        </pc:inkChg>
        <pc:cxnChg chg="mod">
          <ac:chgData name="Faizha Adhania Salsabila Yuantri - Internship" userId="S::faizha.yuantri@capcx.com::6c642754-1052-4fc3-ac12-becd95650b78" providerId="AD" clId="Web-{FF78970D-AF61-39E4-9FD1-AEA0CA011B96}" dt="2026-08-10T08:58:02.167" v="4" actId="1076"/>
          <ac:cxnSpMkLst>
            <pc:docMk/>
            <pc:sldMk cId="1417014881" sldId="273"/>
            <ac:cxnSpMk id="7" creationId="{69706AA6-A43D-DA6C-C8A2-F2313FFD9E63}"/>
          </ac:cxnSpMkLst>
        </pc:cxnChg>
      </pc:sldChg>
      <pc:sldChg chg="addSp delSp modSp">
        <pc:chgData name="Faizha Adhania Salsabila Yuantri - Internship" userId="S::faizha.yuantri@capcx.com::6c642754-1052-4fc3-ac12-becd95650b78" providerId="AD" clId="Web-{FF78970D-AF61-39E4-9FD1-AEA0CA011B96}" dt="2026-08-10T08:59:30.920" v="126" actId="1076"/>
        <pc:sldMkLst>
          <pc:docMk/>
          <pc:sldMk cId="735963318" sldId="274"/>
        </pc:sldMkLst>
        <pc:spChg chg="del">
          <ac:chgData name="Faizha Adhania Salsabila Yuantri - Internship" userId="S::faizha.yuantri@capcx.com::6c642754-1052-4fc3-ac12-becd95650b78" providerId="AD" clId="Web-{FF78970D-AF61-39E4-9FD1-AEA0CA011B96}" dt="2026-08-10T08:59:07.154" v="120"/>
          <ac:spMkLst>
            <pc:docMk/>
            <pc:sldMk cId="735963318" sldId="274"/>
            <ac:spMk id="8" creationId="{6C0E8522-3B0A-FD90-C63C-0FCA2199B078}"/>
          </ac:spMkLst>
        </pc:spChg>
        <pc:spChg chg="del">
          <ac:chgData name="Faizha Adhania Salsabila Yuantri - Internship" userId="S::faizha.yuantri@capcx.com::6c642754-1052-4fc3-ac12-becd95650b78" providerId="AD" clId="Web-{FF78970D-AF61-39E4-9FD1-AEA0CA011B96}" dt="2026-08-10T08:59:07.154" v="119"/>
          <ac:spMkLst>
            <pc:docMk/>
            <pc:sldMk cId="735963318" sldId="274"/>
            <ac:spMk id="10" creationId="{BDF7B6A8-11F8-CA68-B920-594D44AB9E8A}"/>
          </ac:spMkLst>
        </pc:spChg>
        <pc:spChg chg="del">
          <ac:chgData name="Faizha Adhania Salsabila Yuantri - Internship" userId="S::faizha.yuantri@capcx.com::6c642754-1052-4fc3-ac12-becd95650b78" providerId="AD" clId="Web-{FF78970D-AF61-39E4-9FD1-AEA0CA011B96}" dt="2026-08-10T08:59:07.154" v="106"/>
          <ac:spMkLst>
            <pc:docMk/>
            <pc:sldMk cId="735963318" sldId="274"/>
            <ac:spMk id="39" creationId="{BB043210-3849-7137-4F35-80BF05AFE918}"/>
          </ac:spMkLst>
        </pc:spChg>
        <pc:spChg chg="del">
          <ac:chgData name="Faizha Adhania Salsabila Yuantri - Internship" userId="S::faizha.yuantri@capcx.com::6c642754-1052-4fc3-ac12-becd95650b78" providerId="AD" clId="Web-{FF78970D-AF61-39E4-9FD1-AEA0CA011B96}" dt="2026-08-10T08:59:07.154" v="105"/>
          <ac:spMkLst>
            <pc:docMk/>
            <pc:sldMk cId="735963318" sldId="274"/>
            <ac:spMk id="41" creationId="{7B202B7F-719C-8DC9-7242-BBA0B31F3BAC}"/>
          </ac:spMkLst>
        </pc:spChg>
        <pc:spChg chg="del">
          <ac:chgData name="Faizha Adhania Salsabila Yuantri - Internship" userId="S::faizha.yuantri@capcx.com::6c642754-1052-4fc3-ac12-becd95650b78" providerId="AD" clId="Web-{FF78970D-AF61-39E4-9FD1-AEA0CA011B96}" dt="2026-08-10T08:59:07.154" v="104"/>
          <ac:spMkLst>
            <pc:docMk/>
            <pc:sldMk cId="735963318" sldId="274"/>
            <ac:spMk id="43" creationId="{04BA5604-53DE-3D06-5D41-A222F6861170}"/>
          </ac:spMkLst>
        </pc:spChg>
        <pc:spChg chg="del">
          <ac:chgData name="Faizha Adhania Salsabila Yuantri - Internship" userId="S::faizha.yuantri@capcx.com::6c642754-1052-4fc3-ac12-becd95650b78" providerId="AD" clId="Web-{FF78970D-AF61-39E4-9FD1-AEA0CA011B96}" dt="2026-08-10T08:59:07.154" v="103"/>
          <ac:spMkLst>
            <pc:docMk/>
            <pc:sldMk cId="735963318" sldId="274"/>
            <ac:spMk id="45" creationId="{209E226F-FC0F-6D6F-B8D4-61B7ACED0FBD}"/>
          </ac:spMkLst>
        </pc:spChg>
        <pc:spChg chg="del">
          <ac:chgData name="Faizha Adhania Salsabila Yuantri - Internship" userId="S::faizha.yuantri@capcx.com::6c642754-1052-4fc3-ac12-becd95650b78" providerId="AD" clId="Web-{FF78970D-AF61-39E4-9FD1-AEA0CA011B96}" dt="2026-08-10T08:59:07.138" v="97"/>
          <ac:spMkLst>
            <pc:docMk/>
            <pc:sldMk cId="735963318" sldId="274"/>
            <ac:spMk id="52" creationId="{EC483BE2-5424-095B-7106-DA4F46B372F9}"/>
          </ac:spMkLst>
        </pc:spChg>
        <pc:picChg chg="del">
          <ac:chgData name="Faizha Adhania Salsabila Yuantri - Internship" userId="S::faizha.yuantri@capcx.com::6c642754-1052-4fc3-ac12-becd95650b78" providerId="AD" clId="Web-{FF78970D-AF61-39E4-9FD1-AEA0CA011B96}" dt="2026-08-10T08:58:59.716" v="93"/>
          <ac:picMkLst>
            <pc:docMk/>
            <pc:sldMk cId="735963318" sldId="274"/>
            <ac:picMk id="2" creationId="{A071FFAB-0E94-5FB1-5FD5-0CDF9DECC6C0}"/>
          </ac:picMkLst>
        </pc:picChg>
        <pc:picChg chg="add mod">
          <ac:chgData name="Faizha Adhania Salsabila Yuantri - Internship" userId="S::faizha.yuantri@capcx.com::6c642754-1052-4fc3-ac12-becd95650b78" providerId="AD" clId="Web-{FF78970D-AF61-39E4-9FD1-AEA0CA011B96}" dt="2026-08-10T08:59:30.920" v="126" actId="1076"/>
          <ac:picMkLst>
            <pc:docMk/>
            <pc:sldMk cId="735963318" sldId="274"/>
            <ac:picMk id="3" creationId="{1D5270C6-BB31-2B42-1F79-B7ED0DBF7ABD}"/>
          </ac:picMkLst>
        </pc:pic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18"/>
          <ac:inkMkLst>
            <pc:docMk/>
            <pc:sldMk cId="735963318" sldId="274"/>
            <ac:inkMk id="11" creationId="{3D4B94DA-B856-39F9-2298-05040DBD0C14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17"/>
          <ac:inkMkLst>
            <pc:docMk/>
            <pc:sldMk cId="735963318" sldId="274"/>
            <ac:inkMk id="12" creationId="{6A96FE41-1852-814D-2F0D-F15732F3B520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16"/>
          <ac:inkMkLst>
            <pc:docMk/>
            <pc:sldMk cId="735963318" sldId="274"/>
            <ac:inkMk id="16" creationId="{EB5F41B3-9C5D-E61C-97A7-26D94B9DD1C5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15"/>
          <ac:inkMkLst>
            <pc:docMk/>
            <pc:sldMk cId="735963318" sldId="274"/>
            <ac:inkMk id="17" creationId="{F1B0DC30-B079-37B9-9DD3-A3227ACDCF72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14"/>
          <ac:inkMkLst>
            <pc:docMk/>
            <pc:sldMk cId="735963318" sldId="274"/>
            <ac:inkMk id="19" creationId="{BC39E407-B8EE-2A85-0604-D4CB14F6EF44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13"/>
          <ac:inkMkLst>
            <pc:docMk/>
            <pc:sldMk cId="735963318" sldId="274"/>
            <ac:inkMk id="22" creationId="{7D593277-5019-0C37-E9C6-C2FBFB833D51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12"/>
          <ac:inkMkLst>
            <pc:docMk/>
            <pc:sldMk cId="735963318" sldId="274"/>
            <ac:inkMk id="27" creationId="{260D83D4-8231-23FE-9EDE-B328E63B155E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11"/>
          <ac:inkMkLst>
            <pc:docMk/>
            <pc:sldMk cId="735963318" sldId="274"/>
            <ac:inkMk id="28" creationId="{57D1A698-F489-2D73-6D92-E63DBD584849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10"/>
          <ac:inkMkLst>
            <pc:docMk/>
            <pc:sldMk cId="735963318" sldId="274"/>
            <ac:inkMk id="35" creationId="{B94CCB86-C962-1138-6591-5FE126748504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09"/>
          <ac:inkMkLst>
            <pc:docMk/>
            <pc:sldMk cId="735963318" sldId="274"/>
            <ac:inkMk id="36" creationId="{F6B9A77E-B9F3-94F3-DFA3-4CE577C759F0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08"/>
          <ac:inkMkLst>
            <pc:docMk/>
            <pc:sldMk cId="735963318" sldId="274"/>
            <ac:inkMk id="37" creationId="{9481D4C1-21CA-4CA1-A083-20898AAE38E5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07"/>
          <ac:inkMkLst>
            <pc:docMk/>
            <pc:sldMk cId="735963318" sldId="274"/>
            <ac:inkMk id="38" creationId="{7E5353F5-DD46-A0B4-900C-F9642ACCB1CF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02"/>
          <ac:inkMkLst>
            <pc:docMk/>
            <pc:sldMk cId="735963318" sldId="274"/>
            <ac:inkMk id="46" creationId="{E3608C8D-E1FE-F1CA-43C7-9FDFCCC9E699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01"/>
          <ac:inkMkLst>
            <pc:docMk/>
            <pc:sldMk cId="735963318" sldId="274"/>
            <ac:inkMk id="47" creationId="{013F9D4C-E394-1040-0613-2B43011CE493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100"/>
          <ac:inkMkLst>
            <pc:docMk/>
            <pc:sldMk cId="735963318" sldId="274"/>
            <ac:inkMk id="48" creationId="{FFA0A9F6-0AFF-B4F0-FC64-A1CF4E582D4F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54" v="99"/>
          <ac:inkMkLst>
            <pc:docMk/>
            <pc:sldMk cId="735963318" sldId="274"/>
            <ac:inkMk id="50" creationId="{17EBCC1F-5342-D581-8D8C-E4EFFE6047A7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38" v="98"/>
          <ac:inkMkLst>
            <pc:docMk/>
            <pc:sldMk cId="735963318" sldId="274"/>
            <ac:inkMk id="51" creationId="{D850F2C6-7AAB-54D5-91D5-D9CB6E004E8D}"/>
          </ac:inkMkLst>
        </pc:inkChg>
        <pc:inkChg chg="del">
          <ac:chgData name="Faizha Adhania Salsabila Yuantri - Internship" userId="S::faizha.yuantri@capcx.com::6c642754-1052-4fc3-ac12-becd95650b78" providerId="AD" clId="Web-{FF78970D-AF61-39E4-9FD1-AEA0CA011B96}" dt="2026-08-10T08:59:07.138" v="96"/>
          <ac:inkMkLst>
            <pc:docMk/>
            <pc:sldMk cId="735963318" sldId="274"/>
            <ac:inkMk id="53" creationId="{FF7AF2A8-2624-A512-9C62-7892E7253265}"/>
          </ac:inkMkLst>
        </pc:inkChg>
        <pc:cxnChg chg="mod">
          <ac:chgData name="Faizha Adhania Salsabila Yuantri - Internship" userId="S::faizha.yuantri@capcx.com::6c642754-1052-4fc3-ac12-becd95650b78" providerId="AD" clId="Web-{FF78970D-AF61-39E4-9FD1-AEA0CA011B96}" dt="2026-08-10T08:59:02.263" v="95" actId="1076"/>
          <ac:cxnSpMkLst>
            <pc:docMk/>
            <pc:sldMk cId="735963318" sldId="274"/>
            <ac:cxnSpMk id="7" creationId="{0527635E-E2E2-9215-15B2-45E10657D31F}"/>
          </ac:cxnSpMkLst>
        </pc:cxnChg>
      </pc:sldChg>
    </pc:docChg>
  </pc:docChgLst>
  <pc:docChgLst>
    <pc:chgData name="Brigitta Claudia - ITD" userId="S::brigitta.claudia@capcx.com::a6e9c753-94d6-4903-85d4-3251693f7260" providerId="AD" clId="Web-{00000000-0000-0000-0000-000000000000}"/>
    <pc:docChg chg="modSld">
      <pc:chgData name="Brigitta Claudia - ITD" userId="S::brigitta.claudia@capcx.com::a6e9c753-94d6-4903-85d4-3251693f7260" providerId="AD" clId="Web-{00000000-0000-0000-0000-000000000000}" dt="2026-08-10T08:48:03.887" v="1"/>
      <pc:docMkLst>
        <pc:docMk/>
      </pc:docMkLst>
      <pc:sldChg chg="addSp delSp">
        <pc:chgData name="Brigitta Claudia - ITD" userId="S::brigitta.claudia@capcx.com::a6e9c753-94d6-4903-85d4-3251693f7260" providerId="AD" clId="Web-{00000000-0000-0000-0000-000000000000}" dt="2026-08-10T08:48:03.887" v="1"/>
        <pc:sldMkLst>
          <pc:docMk/>
          <pc:sldMk cId="1417014881" sldId="273"/>
        </pc:sldMkLst>
        <pc:picChg chg="add del">
          <ac:chgData name="Brigitta Claudia - ITD" userId="S::brigitta.claudia@capcx.com::a6e9c753-94d6-4903-85d4-3251693f7260" providerId="AD" clId="Web-{00000000-0000-0000-0000-000000000000}" dt="2026-08-10T08:48:03.887" v="1"/>
          <ac:picMkLst>
            <pc:docMk/>
            <pc:sldMk cId="1417014881" sldId="273"/>
            <ac:picMk id="3" creationId="{0017916E-2B12-6275-9CB2-4D32A5C8D3C3}"/>
          </ac:picMkLst>
        </pc:picChg>
      </pc:sldChg>
    </pc:docChg>
  </pc:docChgLst>
  <pc:docChgLst>
    <pc:chgData name="Faizha Adhania Salsabila Yuantri - Internship" userId="S::faizha.yuantri@capcx.com::6c642754-1052-4fc3-ac12-becd95650b78" providerId="AD" clId="Web-{F1313794-6EB7-092E-1B32-472D0966631C}"/>
    <pc:docChg chg="mod delSld modSld">
      <pc:chgData name="Faizha Adhania Salsabila Yuantri - Internship" userId="S::faizha.yuantri@capcx.com::6c642754-1052-4fc3-ac12-becd95650b78" providerId="AD" clId="Web-{F1313794-6EB7-092E-1B32-472D0966631C}" dt="2026-08-10T09:00:46.167" v="2"/>
      <pc:docMkLst>
        <pc:docMk/>
      </pc:docMkLst>
      <pc:sldChg chg="del">
        <pc:chgData name="Faizha Adhania Salsabila Yuantri - Internship" userId="S::faizha.yuantri@capcx.com::6c642754-1052-4fc3-ac12-becd95650b78" providerId="AD" clId="Web-{F1313794-6EB7-092E-1B32-472D0966631C}" dt="2026-08-10T09:00:33.527" v="1"/>
        <pc:sldMkLst>
          <pc:docMk/>
          <pc:sldMk cId="3338800244" sldId="266"/>
        </pc:sldMkLst>
      </pc:sldChg>
      <pc:sldChg chg="delSp">
        <pc:chgData name="Faizha Adhania Salsabila Yuantri - Internship" userId="S::faizha.yuantri@capcx.com::6c642754-1052-4fc3-ac12-becd95650b78" providerId="AD" clId="Web-{F1313794-6EB7-092E-1B32-472D0966631C}" dt="2026-08-10T09:00:16.589" v="0"/>
        <pc:sldMkLst>
          <pc:docMk/>
          <pc:sldMk cId="3585296347" sldId="277"/>
        </pc:sldMkLst>
        <pc:inkChg chg="del">
          <ac:chgData name="Faizha Adhania Salsabila Yuantri - Internship" userId="S::faizha.yuantri@capcx.com::6c642754-1052-4fc3-ac12-becd95650b78" providerId="AD" clId="Web-{F1313794-6EB7-092E-1B32-472D0966631C}" dt="2026-08-10T09:00:16.589" v="0"/>
          <ac:inkMkLst>
            <pc:docMk/>
            <pc:sldMk cId="3585296347" sldId="277"/>
            <ac:inkMk id="45" creationId="{EC418EF1-6452-4DDD-5247-1A0D55432D67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2:38:52.50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2:38:59.22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27655-6CA0-41A5-9CBA-7FC10EB9FCC6}" type="datetimeFigureOut"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45E7D-9202-42AA-A8CA-94A7D09970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6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577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115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Case 1: Manufacturing Knowledge Hub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67975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23B6D"/>
                </a:solidFill>
                <a:latin typeface="Plus Jakarta Sans" pitchFamily="2" charset="0"/>
                <a:cs typeface="Plus Jakarta Sans" pitchFamily="2" charset="0"/>
              </a:rPr>
              <a:t>P&amp;ID &amp; Plot Plan Overview</a:t>
            </a:r>
            <a:endParaRPr lang="en-US" sz="2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28398"/>
            <a:ext cx="2011680" cy="502920"/>
          </a:xfrm>
          <a:prstGeom prst="rect">
            <a:avLst/>
          </a:prstGeom>
          <a:solidFill>
            <a:srgbClr val="2F73BF"/>
          </a:solidFill>
          <a:ln/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33812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Data Source</a:t>
            </a:r>
            <a:endParaRPr lang="en-US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468880" y="1228398"/>
            <a:ext cx="9144000" cy="502920"/>
          </a:xfrm>
          <a:prstGeom prst="rect">
            <a:avLst/>
          </a:prstGeom>
          <a:solidFill>
            <a:srgbClr val="DCE6F1"/>
          </a:solidFill>
          <a:ln/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697480" y="131983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P&amp;ID (Piping &amp; Instrumentation Diagram) + Plot Plan</a:t>
            </a:r>
            <a:endParaRPr lang="en-US" sz="16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777038"/>
            <a:ext cx="2011680" cy="502920"/>
          </a:xfrm>
          <a:prstGeom prst="rect">
            <a:avLst/>
          </a:prstGeom>
          <a:solidFill>
            <a:srgbClr val="2F73BF"/>
          </a:solidFill>
          <a:ln/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88676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Purpose</a:t>
            </a:r>
            <a:endParaRPr lang="en-US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68880" y="1777038"/>
            <a:ext cx="9144000" cy="502920"/>
          </a:xfrm>
          <a:prstGeom prst="rect">
            <a:avLst/>
          </a:prstGeom>
          <a:solidFill>
            <a:srgbClr val="DCE6F1"/>
          </a:solidFill>
          <a:ln/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97480" y="186847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Connect process logic, field location, operations, troubleshooting, and maintenance knowledge</a:t>
            </a:r>
            <a:endParaRPr lang="en-US" sz="16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417118"/>
            <a:ext cx="2697480" cy="54864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250855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Equipment &amp; Flow</a:t>
            </a:r>
            <a:endParaRPr lang="en-US" sz="15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314863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Equipment list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127000" indent="-1270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Process flow paths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127000" indent="-1270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Material &amp; utility movement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3369" y="3943710"/>
            <a:ext cx="2103120" cy="411480"/>
          </a:xfrm>
          <a:prstGeom prst="chevron">
            <a:avLst/>
          </a:prstGeom>
          <a:solidFill>
            <a:srgbClr val="2F73BF"/>
          </a:solidFill>
          <a:ln/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37560" y="2417118"/>
            <a:ext cx="2697480" cy="54864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83280" y="250855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Piping &amp; Valve Logic</a:t>
            </a:r>
            <a:endParaRPr lang="en-US" sz="15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29000" y="314863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Pipes &amp; connections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127000" indent="-1270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Valves &amp; bypasses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127000" indent="-1270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Drains and vents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53729" y="3943710"/>
            <a:ext cx="2103120" cy="411480"/>
          </a:xfrm>
          <a:prstGeom prst="chevron">
            <a:avLst/>
          </a:prstGeom>
          <a:solidFill>
            <a:srgbClr val="2F73BF"/>
          </a:solidFill>
          <a:ln/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17920" y="2417118"/>
            <a:ext cx="2697480" cy="54864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250855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Instrumentation &amp; Control</a:t>
            </a:r>
            <a:endParaRPr lang="en-US" sz="15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09360" y="314863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Sensors &amp; transmitters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127000" indent="-1270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Control valves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127000" indent="-1270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DCS &amp; monitoring points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34089" y="3943710"/>
            <a:ext cx="2103120" cy="411480"/>
          </a:xfrm>
          <a:prstGeom prst="chevron">
            <a:avLst/>
          </a:prstGeom>
          <a:solidFill>
            <a:srgbClr val="2F73BF"/>
          </a:solidFill>
          <a:ln/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098280" y="2417118"/>
            <a:ext cx="2697480" cy="54864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144000" y="250855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Safety &amp; Knowledge</a:t>
            </a:r>
            <a:endParaRPr lang="en-US" sz="15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89720" y="314863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Trips &amp; alarms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127000" indent="-1270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Shutdown/interlocks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127000" indent="-1270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SOPs, incidents, live data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214449" y="3943710"/>
            <a:ext cx="2103120" cy="411480"/>
          </a:xfrm>
          <a:prstGeom prst="chevron">
            <a:avLst/>
          </a:prstGeom>
          <a:solidFill>
            <a:srgbClr val="2F73BF"/>
          </a:solidFill>
          <a:ln/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4998144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23B6D"/>
                </a:solidFill>
                <a:latin typeface="Plus Jakarta Sans" pitchFamily="2" charset="0"/>
                <a:cs typeface="Plus Jakarta Sans" pitchFamily="2" charset="0"/>
              </a:rPr>
              <a:t>P&amp;ID explains how the system works. Plot Plan shows where equipment is located.</a:t>
            </a:r>
          </a:p>
          <a:p>
            <a:pPr marL="0" indent="0" algn="ctr">
              <a:buNone/>
            </a:pPr>
            <a:r>
              <a:rPr lang="en-US" sz="1500" b="1">
                <a:solidFill>
                  <a:srgbClr val="123B6D"/>
                </a:solidFill>
                <a:latin typeface="Plus Jakarta Sans" pitchFamily="2" charset="0"/>
                <a:cs typeface="Plus Jakarta Sans" pitchFamily="2" charset="0"/>
              </a:rPr>
              <a:t>Together they create operational context for decision-making.</a:t>
            </a:r>
            <a:endParaRPr lang="en-US" sz="1500">
              <a:latin typeface="Plus Jakarta Sans" pitchFamily="2" charset="0"/>
              <a:cs typeface="Plus Jakarta Sans" pitchFamily="2" charset="0"/>
            </a:endParaRPr>
          </a:p>
        </p:txBody>
      </p:sp>
      <p:pic>
        <p:nvPicPr>
          <p:cNvPr id="30" name="Picture 29" descr="PROGRAM BEASISWA CHANDRA ASRI 2024-2025 – Direktorat Kemahasiswaan">
            <a:extLst>
              <a:ext uri="{FF2B5EF4-FFF2-40B4-BE49-F238E27FC236}">
                <a16:creationId xmlns:a16="http://schemas.microsoft.com/office/drawing/2014/main" id="{0316ECB6-8BCB-3999-04BE-BB5AF33CB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976" y="-203099"/>
            <a:ext cx="2265333" cy="115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37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F69DE-5BAF-9411-1E23-95BF01898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2D3842-1B20-713D-4860-B7FCCCDD38DD}"/>
              </a:ext>
            </a:extLst>
          </p:cNvPr>
          <p:cNvSpPr txBox="1"/>
          <p:nvPr/>
        </p:nvSpPr>
        <p:spPr>
          <a:xfrm>
            <a:off x="219814" y="182113"/>
            <a:ext cx="80746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Plus Jakarta Sans" pitchFamily="2" charset="0"/>
                <a:cs typeface="Plus Jakarta Sans" pitchFamily="2" charset="0"/>
              </a:rPr>
              <a:t>P&amp;ID #SET 1 - </a:t>
            </a:r>
            <a:r>
              <a:rPr lang="en-US" sz="2000" b="1">
                <a:latin typeface="Plus Jakarta Sans" pitchFamily="2" charset="0"/>
                <a:cs typeface="Plus Jakarta Sans" pitchFamily="2" charset="0"/>
              </a:rPr>
              <a:t>Feed / Pumping System</a:t>
            </a:r>
            <a:r>
              <a:rPr lang="en-US" sz="2000">
                <a:latin typeface="Plus Jakarta Sans" pitchFamily="2" charset="0"/>
                <a:cs typeface="Plus Jakarta Sans" pitchFamily="2" charset="0"/>
              </a:rPr>
              <a:t> 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54FEB5-DEDF-6104-97BA-338937FC0CD4}"/>
              </a:ext>
            </a:extLst>
          </p:cNvPr>
          <p:cNvCxnSpPr/>
          <p:nvPr/>
        </p:nvCxnSpPr>
        <p:spPr>
          <a:xfrm>
            <a:off x="186586" y="708643"/>
            <a:ext cx="9550400" cy="1693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C33253-A381-61DA-0BD5-E85D3D240EA0}"/>
              </a:ext>
            </a:extLst>
          </p:cNvPr>
          <p:cNvGrpSpPr/>
          <p:nvPr/>
        </p:nvGrpSpPr>
        <p:grpSpPr>
          <a:xfrm>
            <a:off x="9328031" y="920726"/>
            <a:ext cx="2267022" cy="442822"/>
            <a:chOff x="9299276" y="791330"/>
            <a:chExt cx="2267022" cy="442822"/>
          </a:xfrm>
        </p:grpSpPr>
        <p:sp>
          <p:nvSpPr>
            <p:cNvPr id="13" name="Shape 2">
              <a:extLst>
                <a:ext uri="{FF2B5EF4-FFF2-40B4-BE49-F238E27FC236}">
                  <a16:creationId xmlns:a16="http://schemas.microsoft.com/office/drawing/2014/main" id="{D8A9C15E-E87B-55D0-7503-7810AF598343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BEF641E7-C8E7-8E4C-DE12-0CFD44B76857}"/>
                </a:ext>
              </a:extLst>
            </p:cNvPr>
            <p:cNvSpPr/>
            <p:nvPr/>
          </p:nvSpPr>
          <p:spPr>
            <a:xfrm>
              <a:off x="9299276" y="997789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shows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sp>
        <p:nvSpPr>
          <p:cNvPr id="15" name="Text 4">
            <a:extLst>
              <a:ext uri="{FF2B5EF4-FFF2-40B4-BE49-F238E27FC236}">
                <a16:creationId xmlns:a16="http://schemas.microsoft.com/office/drawing/2014/main" id="{EDF13B1C-574A-F3DB-06CC-E8E051C32286}"/>
              </a:ext>
            </a:extLst>
          </p:cNvPr>
          <p:cNvSpPr/>
          <p:nvPr/>
        </p:nvSpPr>
        <p:spPr>
          <a:xfrm>
            <a:off x="9117547" y="1271969"/>
            <a:ext cx="2898475" cy="12708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Feed transfer from storage tank to reactor/process</a:t>
            </a:r>
            <a:endParaRPr lang="en-US" sz="1200">
              <a:latin typeface="Plus Jakarta Sans" pitchFamily="2" charset="0"/>
              <a:ea typeface="Calibri"/>
              <a:cs typeface="Plus Jakarta Sans" pitchFamily="2" charset="0"/>
            </a:endParaRPr>
          </a:p>
          <a:p>
            <a:pPr marL="127000" indent="-127000"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Pump protection logic: min-flow bypass, suction pressure, seal flush, vibration, temperature trips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E364FC8C-0702-E504-02C2-D9B4B70854C5}"/>
              </a:ext>
            </a:extLst>
          </p:cNvPr>
          <p:cNvSpPr/>
          <p:nvPr/>
        </p:nvSpPr>
        <p:spPr>
          <a:xfrm>
            <a:off x="9119271" y="3424687"/>
            <a:ext cx="2999117" cy="4324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Pump, valve, line, flow, pressure, motor tags</a:t>
            </a:r>
            <a:endParaRPr lang="en-US" sz="1200">
              <a:latin typeface="Plus Jakarta Sans" pitchFamily="2" charset="0"/>
              <a:ea typeface="Calibri"/>
              <a:cs typeface="Plus Jakarta Sans" pitchFamily="2" charset="0"/>
            </a:endParaRPr>
          </a:p>
          <a:p>
            <a:pPr marL="127000" indent="-127000"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Trip, permissive, alarm and seal flush conditions</a:t>
            </a: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A0971CFD-3012-B058-CCB8-14A62EB2B23F}"/>
              </a:ext>
            </a:extLst>
          </p:cNvPr>
          <p:cNvSpPr/>
          <p:nvPr/>
        </p:nvSpPr>
        <p:spPr>
          <a:xfrm>
            <a:off x="9120998" y="4917504"/>
            <a:ext cx="2999116" cy="5906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Explains start-up, low-flow and suction issues</a:t>
            </a:r>
            <a:endParaRPr lang="en-US" sz="1200">
              <a:latin typeface="Plus Jakarta Sans" pitchFamily="2" charset="0"/>
              <a:ea typeface="Calibri"/>
              <a:cs typeface="Plus Jakarta Sans" pitchFamily="2" charset="0"/>
            </a:endParaRPr>
          </a:p>
          <a:p>
            <a:pPr marL="127000" indent="-127000"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Links logic with SOP and maintenance history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2DCDDF-1F9A-A144-9510-D2B9194B550F}"/>
              </a:ext>
            </a:extLst>
          </p:cNvPr>
          <p:cNvGrpSpPr/>
          <p:nvPr/>
        </p:nvGrpSpPr>
        <p:grpSpPr>
          <a:xfrm>
            <a:off x="9328030" y="2732273"/>
            <a:ext cx="2267022" cy="442822"/>
            <a:chOff x="9299276" y="791330"/>
            <a:chExt cx="2267022" cy="442822"/>
          </a:xfrm>
        </p:grpSpPr>
        <p:sp>
          <p:nvSpPr>
            <p:cNvPr id="25" name="Shape 2">
              <a:extLst>
                <a:ext uri="{FF2B5EF4-FFF2-40B4-BE49-F238E27FC236}">
                  <a16:creationId xmlns:a16="http://schemas.microsoft.com/office/drawing/2014/main" id="{BD5DC9EB-E9DF-2C10-4572-A0B17DD6C717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53754144-C51B-D725-F8D0-370E4B453288}"/>
                </a:ext>
              </a:extLst>
            </p:cNvPr>
            <p:cNvSpPr/>
            <p:nvPr/>
          </p:nvSpPr>
          <p:spPr>
            <a:xfrm>
              <a:off x="9299276" y="997789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Can be Extracted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15DBE61-DACF-3E81-B1C4-897CF9218C5B}"/>
              </a:ext>
            </a:extLst>
          </p:cNvPr>
          <p:cNvGrpSpPr/>
          <p:nvPr/>
        </p:nvGrpSpPr>
        <p:grpSpPr>
          <a:xfrm>
            <a:off x="9328029" y="4342563"/>
            <a:ext cx="2267022" cy="442822"/>
            <a:chOff x="9299276" y="791330"/>
            <a:chExt cx="2267022" cy="442822"/>
          </a:xfrm>
        </p:grpSpPr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D9F706F5-825C-2A08-2DF8-A7D021B0CE29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BF876A28-2C7A-E3B3-19DC-C29E768B3A66}"/>
                </a:ext>
              </a:extLst>
            </p:cNvPr>
            <p:cNvSpPr/>
            <p:nvPr/>
          </p:nvSpPr>
          <p:spPr>
            <a:xfrm>
              <a:off x="9299276" y="1012166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How it is useful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9BC754F-0689-7B95-9E77-9B8F1AB19937}"/>
              </a:ext>
            </a:extLst>
          </p:cNvPr>
          <p:cNvGrpSpPr/>
          <p:nvPr/>
        </p:nvGrpSpPr>
        <p:grpSpPr>
          <a:xfrm>
            <a:off x="9328030" y="2732273"/>
            <a:ext cx="2267022" cy="442822"/>
            <a:chOff x="9328030" y="2732273"/>
            <a:chExt cx="2267022" cy="442822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22F53417-9ED3-D480-4EA2-8A744D8D17E3}"/>
                </a:ext>
              </a:extLst>
            </p:cNvPr>
            <p:cNvSpPr/>
            <p:nvPr/>
          </p:nvSpPr>
          <p:spPr>
            <a:xfrm>
              <a:off x="9328030" y="2732273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4" name="Text 3">
              <a:extLst>
                <a:ext uri="{FF2B5EF4-FFF2-40B4-BE49-F238E27FC236}">
                  <a16:creationId xmlns:a16="http://schemas.microsoft.com/office/drawing/2014/main" id="{EF2C9D6B-4FA7-582A-FD45-DF41B369B190}"/>
                </a:ext>
              </a:extLst>
            </p:cNvPr>
            <p:cNvSpPr/>
            <p:nvPr/>
          </p:nvSpPr>
          <p:spPr>
            <a:xfrm>
              <a:off x="9328030" y="2938732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can extract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pic>
        <p:nvPicPr>
          <p:cNvPr id="3" name="Picture 2" descr="PROGRAM BEASISWA CHANDRA ASRI 2024-2025 – Direktorat Kemahasiswaan">
            <a:extLst>
              <a:ext uri="{FF2B5EF4-FFF2-40B4-BE49-F238E27FC236}">
                <a16:creationId xmlns:a16="http://schemas.microsoft.com/office/drawing/2014/main" id="{E5568FC3-C131-D218-8211-04CD9443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976" y="-203099"/>
            <a:ext cx="2265333" cy="11589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05ED276-AD2B-3EB4-9812-088717A6F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92" y="920151"/>
            <a:ext cx="8295020" cy="586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96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95679-6E7F-15A2-BD9C-0BCD5217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CEB4E7B-F1DD-F5F0-6AB3-267FE4A0FFB1}"/>
              </a:ext>
            </a:extLst>
          </p:cNvPr>
          <p:cNvSpPr txBox="1"/>
          <p:nvPr/>
        </p:nvSpPr>
        <p:spPr>
          <a:xfrm>
            <a:off x="219814" y="182113"/>
            <a:ext cx="80746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Plus Jakarta Sans" pitchFamily="2" charset="0"/>
                <a:cs typeface="Plus Jakarta Sans" pitchFamily="2" charset="0"/>
              </a:rPr>
              <a:t>P&amp;ID #SET 2 - </a:t>
            </a:r>
            <a:r>
              <a:rPr lang="en-US" sz="2400" b="1">
                <a:solidFill>
                  <a:srgbClr val="123B6D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Polymer Fluid Bed Dryer</a:t>
            </a:r>
            <a:r>
              <a:rPr lang="en-US" sz="2000">
                <a:latin typeface="Plus Jakarta Sans" pitchFamily="2" charset="0"/>
                <a:cs typeface="Plus Jakarta Sans" pitchFamily="2" charset="0"/>
              </a:rPr>
              <a:t> 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31F459-E165-9E77-4E33-A8396DE534A0}"/>
              </a:ext>
            </a:extLst>
          </p:cNvPr>
          <p:cNvCxnSpPr/>
          <p:nvPr/>
        </p:nvCxnSpPr>
        <p:spPr>
          <a:xfrm>
            <a:off x="186586" y="708643"/>
            <a:ext cx="9550400" cy="1693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395817-0637-016D-090D-CB6F5DE31C4C}"/>
              </a:ext>
            </a:extLst>
          </p:cNvPr>
          <p:cNvGrpSpPr/>
          <p:nvPr/>
        </p:nvGrpSpPr>
        <p:grpSpPr>
          <a:xfrm>
            <a:off x="9328031" y="920726"/>
            <a:ext cx="2267022" cy="442822"/>
            <a:chOff x="9299276" y="791330"/>
            <a:chExt cx="2267022" cy="442822"/>
          </a:xfrm>
        </p:grpSpPr>
        <p:sp>
          <p:nvSpPr>
            <p:cNvPr id="13" name="Shape 2">
              <a:extLst>
                <a:ext uri="{FF2B5EF4-FFF2-40B4-BE49-F238E27FC236}">
                  <a16:creationId xmlns:a16="http://schemas.microsoft.com/office/drawing/2014/main" id="{72879F48-C780-63A2-48CE-9D55412C8B7D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833B4651-EC02-6C49-853E-3649A182CD74}"/>
                </a:ext>
              </a:extLst>
            </p:cNvPr>
            <p:cNvSpPr/>
            <p:nvPr/>
          </p:nvSpPr>
          <p:spPr>
            <a:xfrm>
              <a:off x="9299276" y="997789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shows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sp>
        <p:nvSpPr>
          <p:cNvPr id="15" name="Text 4">
            <a:extLst>
              <a:ext uri="{FF2B5EF4-FFF2-40B4-BE49-F238E27FC236}">
                <a16:creationId xmlns:a16="http://schemas.microsoft.com/office/drawing/2014/main" id="{57E15D12-A85A-BB3B-5819-C2BF6F6E56E3}"/>
              </a:ext>
            </a:extLst>
          </p:cNvPr>
          <p:cNvSpPr/>
          <p:nvPr/>
        </p:nvSpPr>
        <p:spPr>
          <a:xfrm>
            <a:off x="9117547" y="1368724"/>
            <a:ext cx="2898475" cy="136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</a:rPr>
              <a:t>Dryer with powder inlet/outlet, N2 purge, venting and motor operation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</a:rPr>
              <a:t>Permissive and trip logic for flow, pressure, temperature, lube oil, vibration</a:t>
            </a:r>
            <a:endParaRPr lang="en-US" sz="130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1EB14B68-02F6-53C4-6721-1EAD720D519F}"/>
              </a:ext>
            </a:extLst>
          </p:cNvPr>
          <p:cNvSpPr/>
          <p:nvPr/>
        </p:nvSpPr>
        <p:spPr>
          <a:xfrm>
            <a:off x="9119271" y="3618649"/>
            <a:ext cx="2999117" cy="43247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</a:rPr>
              <a:t>Dryer, centrifuge, N2 purge, vent, motor and instrument tags</a:t>
            </a:r>
            <a:endParaRPr lang="en-US" sz="1300"/>
          </a:p>
          <a:p>
            <a:pPr marL="127000" indent="-1270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</a:rPr>
              <a:t>Start permissive, ESD, DCS reset and trip logic</a:t>
            </a:r>
            <a:endParaRPr lang="en-US" sz="130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4E2BB3E3-8639-6040-18F4-18D12F272647}"/>
              </a:ext>
            </a:extLst>
          </p:cNvPr>
          <p:cNvSpPr/>
          <p:nvPr/>
        </p:nvSpPr>
        <p:spPr>
          <a:xfrm>
            <a:off x="9120998" y="5330508"/>
            <a:ext cx="2999116" cy="59062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</a:rPr>
              <a:t>Explains dryer trips and operating requirements</a:t>
            </a:r>
            <a:endParaRPr lang="en-US" sz="1300"/>
          </a:p>
          <a:p>
            <a:pPr marL="127000" indent="-1270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</a:rPr>
              <a:t>Connects SOPs, purge requirements and maintenance records</a:t>
            </a:r>
            <a:endParaRPr lang="en-US" sz="13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F297F8B-FCD3-1962-8F88-CBAFDDA8C705}"/>
              </a:ext>
            </a:extLst>
          </p:cNvPr>
          <p:cNvGrpSpPr/>
          <p:nvPr/>
        </p:nvGrpSpPr>
        <p:grpSpPr>
          <a:xfrm>
            <a:off x="9328029" y="4537453"/>
            <a:ext cx="2267022" cy="442822"/>
            <a:chOff x="9299276" y="791330"/>
            <a:chExt cx="2267022" cy="442822"/>
          </a:xfrm>
        </p:grpSpPr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6ABF38A8-6A90-DB73-D246-873FF7B260CC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F14FBDA4-612E-2472-75B5-58205A7397C5}"/>
                </a:ext>
              </a:extLst>
            </p:cNvPr>
            <p:cNvSpPr/>
            <p:nvPr/>
          </p:nvSpPr>
          <p:spPr>
            <a:xfrm>
              <a:off x="9299276" y="1012166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How it is useful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61FBA9C-6D6E-C837-2BB8-CB5254BB1ED0}"/>
              </a:ext>
            </a:extLst>
          </p:cNvPr>
          <p:cNvGrpSpPr/>
          <p:nvPr/>
        </p:nvGrpSpPr>
        <p:grpSpPr>
          <a:xfrm>
            <a:off x="9328030" y="2926235"/>
            <a:ext cx="2267022" cy="442822"/>
            <a:chOff x="9328030" y="2732273"/>
            <a:chExt cx="2267022" cy="442822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FCBD1202-EAEA-F392-EB55-3BC88B86B738}"/>
                </a:ext>
              </a:extLst>
            </p:cNvPr>
            <p:cNvSpPr/>
            <p:nvPr/>
          </p:nvSpPr>
          <p:spPr>
            <a:xfrm>
              <a:off x="9328030" y="2732273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4" name="Text 3">
              <a:extLst>
                <a:ext uri="{FF2B5EF4-FFF2-40B4-BE49-F238E27FC236}">
                  <a16:creationId xmlns:a16="http://schemas.microsoft.com/office/drawing/2014/main" id="{7DCC2045-E365-C763-56A9-EBBD7F1086B0}"/>
                </a:ext>
              </a:extLst>
            </p:cNvPr>
            <p:cNvSpPr/>
            <p:nvPr/>
          </p:nvSpPr>
          <p:spPr>
            <a:xfrm>
              <a:off x="9328030" y="2938732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can extract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pic>
        <p:nvPicPr>
          <p:cNvPr id="5" name="Picture 4" descr="PROGRAM BEASISWA CHANDRA ASRI 2024-2025 – Direktorat Kemahasiswaan">
            <a:extLst>
              <a:ext uri="{FF2B5EF4-FFF2-40B4-BE49-F238E27FC236}">
                <a16:creationId xmlns:a16="http://schemas.microsoft.com/office/drawing/2014/main" id="{5300F971-4609-2B8D-9F7E-73AD1464A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976" y="-203099"/>
            <a:ext cx="2265333" cy="11589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AC469B-9079-0DB1-DB14-147FCCDDE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66" y="1107056"/>
            <a:ext cx="7735519" cy="544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64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538E1-8013-383A-A9D0-21A37C440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3D8BFB-1598-F6B6-5AE9-55D91EA76EC2}"/>
              </a:ext>
            </a:extLst>
          </p:cNvPr>
          <p:cNvSpPr txBox="1"/>
          <p:nvPr/>
        </p:nvSpPr>
        <p:spPr>
          <a:xfrm>
            <a:off x="219814" y="182113"/>
            <a:ext cx="80746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Plus Jakarta Sans" pitchFamily="2" charset="0"/>
                <a:cs typeface="Plus Jakarta Sans" pitchFamily="2" charset="0"/>
              </a:rPr>
              <a:t>P&amp;ID #SET 3 - </a:t>
            </a:r>
            <a:r>
              <a:rPr lang="en-US" sz="2400" b="1">
                <a:solidFill>
                  <a:srgbClr val="123B6D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Catalyst Reduction Reactor &amp; Heater</a:t>
            </a:r>
            <a:r>
              <a:rPr lang="en-US" sz="2000">
                <a:latin typeface="Plus Jakarta Sans" pitchFamily="2" charset="0"/>
                <a:cs typeface="Plus Jakarta Sans" pitchFamily="2" charset="0"/>
              </a:rPr>
              <a:t> 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1EA3C7-4571-BFF8-5555-5E57A03AF71F}"/>
              </a:ext>
            </a:extLst>
          </p:cNvPr>
          <p:cNvCxnSpPr/>
          <p:nvPr/>
        </p:nvCxnSpPr>
        <p:spPr>
          <a:xfrm>
            <a:off x="186586" y="708643"/>
            <a:ext cx="9550400" cy="1693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018F07-412F-4784-BDEF-515FC6DDF2F4}"/>
              </a:ext>
            </a:extLst>
          </p:cNvPr>
          <p:cNvGrpSpPr/>
          <p:nvPr/>
        </p:nvGrpSpPr>
        <p:grpSpPr>
          <a:xfrm>
            <a:off x="9328031" y="920726"/>
            <a:ext cx="2267022" cy="442822"/>
            <a:chOff x="9299276" y="791330"/>
            <a:chExt cx="2267022" cy="442822"/>
          </a:xfrm>
        </p:grpSpPr>
        <p:sp>
          <p:nvSpPr>
            <p:cNvPr id="13" name="Shape 2">
              <a:extLst>
                <a:ext uri="{FF2B5EF4-FFF2-40B4-BE49-F238E27FC236}">
                  <a16:creationId xmlns:a16="http://schemas.microsoft.com/office/drawing/2014/main" id="{9EF98121-9893-4BFC-C709-DAA0334A939C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AD0D1073-09EF-23A3-4B2F-E12076FAD572}"/>
                </a:ext>
              </a:extLst>
            </p:cNvPr>
            <p:cNvSpPr/>
            <p:nvPr/>
          </p:nvSpPr>
          <p:spPr>
            <a:xfrm>
              <a:off x="9299276" y="997789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shows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sp>
        <p:nvSpPr>
          <p:cNvPr id="15" name="Text 4">
            <a:extLst>
              <a:ext uri="{FF2B5EF4-FFF2-40B4-BE49-F238E27FC236}">
                <a16:creationId xmlns:a16="http://schemas.microsoft.com/office/drawing/2014/main" id="{7DE392BB-B760-345B-AE8B-AF6957243ACA}"/>
              </a:ext>
            </a:extLst>
          </p:cNvPr>
          <p:cNvSpPr/>
          <p:nvPr/>
        </p:nvSpPr>
        <p:spPr>
          <a:xfrm>
            <a:off x="9117547" y="1368724"/>
            <a:ext cx="2898475" cy="136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Hydrogen injection, catalyst bed, analysis point and temperature control</a:t>
            </a: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Safety-critical interlocks, </a:t>
            </a:r>
            <a:r>
              <a:rPr lang="en-US" sz="1300" err="1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permissives</a:t>
            </a: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 and high-temperature protection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7CDFEED0-03F7-4E30-DAE2-D087D3E49E58}"/>
              </a:ext>
            </a:extLst>
          </p:cNvPr>
          <p:cNvSpPr/>
          <p:nvPr/>
        </p:nvSpPr>
        <p:spPr>
          <a:xfrm>
            <a:off x="9119271" y="3726535"/>
            <a:ext cx="2999117" cy="4324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Reactor, heater, analyzer, PSV, flow, temperature and interlock tags</a:t>
            </a:r>
            <a:endParaRPr lang="en-US" sz="1300">
              <a:latin typeface="Plus Jakarta Sans" pitchFamily="2" charset="0"/>
              <a:ea typeface="Calibri"/>
              <a:cs typeface="Plus Jakarta Sans" pitchFamily="2" charset="0"/>
            </a:endParaRP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Cause-and-effect logic and trip conditions</a:t>
            </a: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A6C107EF-D332-04C7-150B-7D38CACC44EB}"/>
              </a:ext>
            </a:extLst>
          </p:cNvPr>
          <p:cNvSpPr/>
          <p:nvPr/>
        </p:nvSpPr>
        <p:spPr>
          <a:xfrm>
            <a:off x="9120998" y="5488044"/>
            <a:ext cx="2999116" cy="5906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Answers safety-critical questions with references</a:t>
            </a:r>
            <a:endParaRPr lang="en-US" sz="1300" err="1">
              <a:latin typeface="Plus Jakarta Sans" pitchFamily="2" charset="0"/>
              <a:ea typeface="Calibri"/>
              <a:cs typeface="Plus Jakarta Sans" pitchFamily="2" charset="0"/>
            </a:endParaRP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Supports startup and temperature-interlock troubleshooting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C3C631E-F743-60BC-665F-30BD36439371}"/>
              </a:ext>
            </a:extLst>
          </p:cNvPr>
          <p:cNvGrpSpPr/>
          <p:nvPr/>
        </p:nvGrpSpPr>
        <p:grpSpPr>
          <a:xfrm>
            <a:off x="9328029" y="4694989"/>
            <a:ext cx="2267022" cy="442822"/>
            <a:chOff x="9299276" y="791330"/>
            <a:chExt cx="2267022" cy="442822"/>
          </a:xfrm>
        </p:grpSpPr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A609C91F-174A-FBB6-4741-1AA0327AD2F2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1C206E20-53D4-BA0D-5164-DA0FE714FA69}"/>
                </a:ext>
              </a:extLst>
            </p:cNvPr>
            <p:cNvSpPr/>
            <p:nvPr/>
          </p:nvSpPr>
          <p:spPr>
            <a:xfrm>
              <a:off x="9299276" y="1012166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How it is useful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68AC58-140F-286E-2D85-FBD81618FAD6}"/>
              </a:ext>
            </a:extLst>
          </p:cNvPr>
          <p:cNvGrpSpPr/>
          <p:nvPr/>
        </p:nvGrpSpPr>
        <p:grpSpPr>
          <a:xfrm>
            <a:off x="9328030" y="2892073"/>
            <a:ext cx="2267022" cy="442822"/>
            <a:chOff x="9328030" y="2732273"/>
            <a:chExt cx="2267022" cy="442822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AF1B88C3-56FF-8DE0-C826-D3FCA8574F64}"/>
                </a:ext>
              </a:extLst>
            </p:cNvPr>
            <p:cNvSpPr/>
            <p:nvPr/>
          </p:nvSpPr>
          <p:spPr>
            <a:xfrm>
              <a:off x="9328030" y="2732273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4" name="Text 3">
              <a:extLst>
                <a:ext uri="{FF2B5EF4-FFF2-40B4-BE49-F238E27FC236}">
                  <a16:creationId xmlns:a16="http://schemas.microsoft.com/office/drawing/2014/main" id="{864D1C91-BD94-F967-64D6-99D1E5B8794E}"/>
                </a:ext>
              </a:extLst>
            </p:cNvPr>
            <p:cNvSpPr/>
            <p:nvPr/>
          </p:nvSpPr>
          <p:spPr>
            <a:xfrm>
              <a:off x="9328030" y="2938732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can extract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pic>
        <p:nvPicPr>
          <p:cNvPr id="3" name="Picture 2" descr="PROGRAM BEASISWA CHANDRA ASRI 2024-2025 – Direktorat Kemahasiswaan">
            <a:extLst>
              <a:ext uri="{FF2B5EF4-FFF2-40B4-BE49-F238E27FC236}">
                <a16:creationId xmlns:a16="http://schemas.microsoft.com/office/drawing/2014/main" id="{6CF4A05C-FA1F-5C9F-9B58-3F28E0D8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976" y="-203099"/>
            <a:ext cx="2265333" cy="11589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C1A2E78-F598-81A1-35DD-79ADA6E7988F}"/>
              </a:ext>
            </a:extLst>
          </p:cNvPr>
          <p:cNvSpPr/>
          <p:nvPr/>
        </p:nvSpPr>
        <p:spPr>
          <a:xfrm>
            <a:off x="7315200" y="1289050"/>
            <a:ext cx="1689100" cy="298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7AE57E-B8F7-6C9B-819A-2D7B87F6D037}"/>
              </a:ext>
            </a:extLst>
          </p:cNvPr>
          <p:cNvSpPr/>
          <p:nvPr/>
        </p:nvSpPr>
        <p:spPr>
          <a:xfrm>
            <a:off x="7315200" y="1638300"/>
            <a:ext cx="1689100" cy="23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3E792F-FBEA-61EA-8DC9-F5CCA4827818}"/>
              </a:ext>
            </a:extLst>
          </p:cNvPr>
          <p:cNvSpPr/>
          <p:nvPr/>
        </p:nvSpPr>
        <p:spPr>
          <a:xfrm>
            <a:off x="7315200" y="5333999"/>
            <a:ext cx="1689100" cy="308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48786B-EBE6-C15A-CC89-F06B551F9907}"/>
              </a:ext>
            </a:extLst>
          </p:cNvPr>
          <p:cNvSpPr/>
          <p:nvPr/>
        </p:nvSpPr>
        <p:spPr>
          <a:xfrm>
            <a:off x="7302500" y="5672867"/>
            <a:ext cx="1689100" cy="26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E6045E-0E2B-4922-8792-6C8C4D1F47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3"/>
          <a:stretch/>
        </p:blipFill>
        <p:spPr>
          <a:xfrm>
            <a:off x="548016" y="918117"/>
            <a:ext cx="8148562" cy="584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332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E822-A6DF-DB94-0054-E0798946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A56B703-EE3C-2BB6-6211-E1D18C934349}"/>
              </a:ext>
            </a:extLst>
          </p:cNvPr>
          <p:cNvSpPr txBox="1"/>
          <p:nvPr/>
        </p:nvSpPr>
        <p:spPr>
          <a:xfrm>
            <a:off x="219814" y="182113"/>
            <a:ext cx="80746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rial"/>
              </a:rPr>
              <a:t>P&amp;ID #SET 4 - </a:t>
            </a:r>
            <a:r>
              <a:rPr lang="en-US" sz="2400" b="1">
                <a:solidFill>
                  <a:srgbClr val="123B6D"/>
                </a:solidFill>
                <a:latin typeface="Calibri"/>
                <a:ea typeface="Calibri"/>
                <a:cs typeface="Calibri"/>
              </a:rPr>
              <a:t>Recycle Gas Compressor System </a:t>
            </a:r>
            <a:endParaRPr lang="en-US" sz="2000">
              <a:latin typeface="Arial"/>
              <a:cs typeface="Arial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16E841-4190-ED31-3F82-6DA28D09F488}"/>
              </a:ext>
            </a:extLst>
          </p:cNvPr>
          <p:cNvCxnSpPr/>
          <p:nvPr/>
        </p:nvCxnSpPr>
        <p:spPr>
          <a:xfrm>
            <a:off x="186586" y="708643"/>
            <a:ext cx="9550400" cy="1693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4A4B178-3936-B647-52E7-8AABB6B2BD5C}"/>
              </a:ext>
            </a:extLst>
          </p:cNvPr>
          <p:cNvGrpSpPr/>
          <p:nvPr/>
        </p:nvGrpSpPr>
        <p:grpSpPr>
          <a:xfrm>
            <a:off x="9328031" y="920726"/>
            <a:ext cx="2267022" cy="442822"/>
            <a:chOff x="9299276" y="791330"/>
            <a:chExt cx="2267022" cy="442822"/>
          </a:xfrm>
        </p:grpSpPr>
        <p:sp>
          <p:nvSpPr>
            <p:cNvPr id="13" name="Shape 2">
              <a:extLst>
                <a:ext uri="{FF2B5EF4-FFF2-40B4-BE49-F238E27FC236}">
                  <a16:creationId xmlns:a16="http://schemas.microsoft.com/office/drawing/2014/main" id="{0942B4AE-E96A-D8F4-5CFC-D05A2E19360A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3FC4498C-C121-8F51-389D-F1E8852AF6E2}"/>
                </a:ext>
              </a:extLst>
            </p:cNvPr>
            <p:cNvSpPr/>
            <p:nvPr/>
          </p:nvSpPr>
          <p:spPr>
            <a:xfrm>
              <a:off x="9299276" y="997789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shows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sp>
        <p:nvSpPr>
          <p:cNvPr id="15" name="Text 4">
            <a:extLst>
              <a:ext uri="{FF2B5EF4-FFF2-40B4-BE49-F238E27FC236}">
                <a16:creationId xmlns:a16="http://schemas.microsoft.com/office/drawing/2014/main" id="{7FC536E9-7504-7ED4-4B60-FBF7003F001B}"/>
              </a:ext>
            </a:extLst>
          </p:cNvPr>
          <p:cNvSpPr/>
          <p:nvPr/>
        </p:nvSpPr>
        <p:spPr>
          <a:xfrm>
            <a:off x="9117547" y="1200475"/>
            <a:ext cx="2898475" cy="136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Recycle compressor with anti-surge protection</a:t>
            </a: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Seal gas, lube oil and cooling-water support systems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8240FAC-8661-3D4A-267D-57C0BB657F45}"/>
              </a:ext>
            </a:extLst>
          </p:cNvPr>
          <p:cNvSpPr/>
          <p:nvPr/>
        </p:nvSpPr>
        <p:spPr>
          <a:xfrm>
            <a:off x="9119271" y="3357312"/>
            <a:ext cx="2999117" cy="4324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Compressor, recycle valve, trip and permissive tags</a:t>
            </a:r>
            <a:endParaRPr lang="en-US" sz="1300">
              <a:latin typeface="Plus Jakarta Sans" pitchFamily="2" charset="0"/>
              <a:ea typeface="Calibri"/>
              <a:cs typeface="Plus Jakarta Sans" pitchFamily="2" charset="0"/>
            </a:endParaRP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Anti-surge logic and equipment protection data</a:t>
            </a: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4EE180E5-612A-20FC-0876-9B1F7D49F842}"/>
              </a:ext>
            </a:extLst>
          </p:cNvPr>
          <p:cNvSpPr/>
          <p:nvPr/>
        </p:nvSpPr>
        <p:spPr>
          <a:xfrm>
            <a:off x="9120998" y="5034950"/>
            <a:ext cx="2999116" cy="5906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AI helps Investigate compressor trips and root causes</a:t>
            </a:r>
            <a:endParaRPr lang="en-US" sz="1300" err="1">
              <a:latin typeface="Plus Jakarta Sans" pitchFamily="2" charset="0"/>
              <a:ea typeface="Calibri"/>
              <a:cs typeface="Plus Jakarta Sans" pitchFamily="2" charset="0"/>
            </a:endParaRP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Improve reliability and operational decision-making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129337-6983-976D-95AD-2BDC6423723A}"/>
              </a:ext>
            </a:extLst>
          </p:cNvPr>
          <p:cNvGrpSpPr/>
          <p:nvPr/>
        </p:nvGrpSpPr>
        <p:grpSpPr>
          <a:xfrm>
            <a:off x="9328029" y="4336990"/>
            <a:ext cx="2267022" cy="442822"/>
            <a:chOff x="9299276" y="791330"/>
            <a:chExt cx="2267022" cy="442822"/>
          </a:xfrm>
        </p:grpSpPr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7969FC40-F1E6-B918-2A25-71E95AA7070B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AB2962BC-CCFA-1E5C-BD36-4FA6481DEAC1}"/>
                </a:ext>
              </a:extLst>
            </p:cNvPr>
            <p:cNvSpPr/>
            <p:nvPr/>
          </p:nvSpPr>
          <p:spPr>
            <a:xfrm>
              <a:off x="9299276" y="1012166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How it is useful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648B285-FB09-F9A3-20A3-4D973F813C82}"/>
              </a:ext>
            </a:extLst>
          </p:cNvPr>
          <p:cNvGrpSpPr/>
          <p:nvPr/>
        </p:nvGrpSpPr>
        <p:grpSpPr>
          <a:xfrm>
            <a:off x="9328030" y="2664898"/>
            <a:ext cx="2267022" cy="442822"/>
            <a:chOff x="9328030" y="2732273"/>
            <a:chExt cx="2267022" cy="442822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46CD5D6F-49A6-310E-3466-93C324635A09}"/>
                </a:ext>
              </a:extLst>
            </p:cNvPr>
            <p:cNvSpPr/>
            <p:nvPr/>
          </p:nvSpPr>
          <p:spPr>
            <a:xfrm>
              <a:off x="9328030" y="2732273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4" name="Text 3">
              <a:extLst>
                <a:ext uri="{FF2B5EF4-FFF2-40B4-BE49-F238E27FC236}">
                  <a16:creationId xmlns:a16="http://schemas.microsoft.com/office/drawing/2014/main" id="{9E1535DE-B726-C815-A9EA-774DB3A354EB}"/>
                </a:ext>
              </a:extLst>
            </p:cNvPr>
            <p:cNvSpPr/>
            <p:nvPr/>
          </p:nvSpPr>
          <p:spPr>
            <a:xfrm>
              <a:off x="9328030" y="2938732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can extract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pic>
        <p:nvPicPr>
          <p:cNvPr id="5" name="Picture 4" descr="PROGRAM BEASISWA CHANDRA ASRI 2024-2025 – Direktorat Kemahasiswaan">
            <a:extLst>
              <a:ext uri="{FF2B5EF4-FFF2-40B4-BE49-F238E27FC236}">
                <a16:creationId xmlns:a16="http://schemas.microsoft.com/office/drawing/2014/main" id="{CFEC80FF-B2F5-5F30-6A31-07121587F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976" y="-203099"/>
            <a:ext cx="2265333" cy="11589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BA79CF3-49E1-D975-BBB1-60572AE06BDE}"/>
                  </a:ext>
                </a:extLst>
              </p14:cNvPr>
              <p14:cNvContentPartPr/>
              <p14:nvPr/>
            </p14:nvContentPartPr>
            <p14:xfrm>
              <a:off x="11191853" y="1265501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BA79CF3-49E1-D975-BBB1-60572AE06B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73853" y="1229501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0911D35-D3EB-46A4-67FF-53EC5EBF5356}"/>
                  </a:ext>
                </a:extLst>
              </p14:cNvPr>
              <p14:cNvContentPartPr/>
              <p14:nvPr/>
            </p14:nvContentPartPr>
            <p14:xfrm>
              <a:off x="12662453" y="5084021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0911D35-D3EB-46A4-67FF-53EC5EBF53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44453" y="5048021"/>
                <a:ext cx="36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797364A-0207-4085-A64E-F75E4206D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09" y="790441"/>
            <a:ext cx="8205551" cy="591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63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008D7-1561-C541-2A1A-8632FB094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2FF4BD-EBE8-0E8D-2E0E-F7FD0BBBA857}"/>
              </a:ext>
            </a:extLst>
          </p:cNvPr>
          <p:cNvSpPr txBox="1"/>
          <p:nvPr/>
        </p:nvSpPr>
        <p:spPr>
          <a:xfrm>
            <a:off x="219814" y="182113"/>
            <a:ext cx="807464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Plus Jakarta Sans" pitchFamily="2" charset="0"/>
                <a:cs typeface="Plus Jakarta Sans" pitchFamily="2" charset="0"/>
              </a:rPr>
              <a:t>P&amp;ID #SET 5 - </a:t>
            </a:r>
            <a:r>
              <a:rPr lang="en-US" sz="2200" b="1">
                <a:solidFill>
                  <a:srgbClr val="123B6D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Solvent Heater System</a:t>
            </a:r>
            <a:endParaRPr lang="en-US" sz="2200">
              <a:solidFill>
                <a:srgbClr val="000000"/>
              </a:solidFill>
              <a:latin typeface="Plus Jakarta Sans" pitchFamily="2" charset="0"/>
              <a:ea typeface="Calibri"/>
              <a:cs typeface="Plus Jakarta Sans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A71715-0347-1FCB-CD4C-CDD7893D8440}"/>
              </a:ext>
            </a:extLst>
          </p:cNvPr>
          <p:cNvCxnSpPr/>
          <p:nvPr/>
        </p:nvCxnSpPr>
        <p:spPr>
          <a:xfrm>
            <a:off x="186586" y="708643"/>
            <a:ext cx="9550400" cy="1693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BECECC-FE03-F838-7D5C-B259B332BE8D}"/>
              </a:ext>
            </a:extLst>
          </p:cNvPr>
          <p:cNvGrpSpPr/>
          <p:nvPr/>
        </p:nvGrpSpPr>
        <p:grpSpPr>
          <a:xfrm>
            <a:off x="9328031" y="920726"/>
            <a:ext cx="2267022" cy="442822"/>
            <a:chOff x="9299276" y="791330"/>
            <a:chExt cx="2267022" cy="442822"/>
          </a:xfrm>
        </p:grpSpPr>
        <p:sp>
          <p:nvSpPr>
            <p:cNvPr id="13" name="Shape 2">
              <a:extLst>
                <a:ext uri="{FF2B5EF4-FFF2-40B4-BE49-F238E27FC236}">
                  <a16:creationId xmlns:a16="http://schemas.microsoft.com/office/drawing/2014/main" id="{7F1EE144-B2C9-1F1F-FECB-60A790BAE562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ADE89771-41B4-543A-313D-3B4A5E9FD8CE}"/>
                </a:ext>
              </a:extLst>
            </p:cNvPr>
            <p:cNvSpPr/>
            <p:nvPr/>
          </p:nvSpPr>
          <p:spPr>
            <a:xfrm>
              <a:off x="9299276" y="997789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shows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sp>
        <p:nvSpPr>
          <p:cNvPr id="15" name="Text 4">
            <a:extLst>
              <a:ext uri="{FF2B5EF4-FFF2-40B4-BE49-F238E27FC236}">
                <a16:creationId xmlns:a16="http://schemas.microsoft.com/office/drawing/2014/main" id="{DEB1BFD7-63B3-2C19-7EF1-05D8FFCC8EC8}"/>
              </a:ext>
            </a:extLst>
          </p:cNvPr>
          <p:cNvSpPr/>
          <p:nvPr/>
        </p:nvSpPr>
        <p:spPr>
          <a:xfrm>
            <a:off x="9117547" y="1368724"/>
            <a:ext cx="2898475" cy="136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Hexane heating using steam shell-and-tube heater</a:t>
            </a: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Temperature control, condensate and steam trap system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671A2914-055F-A5D9-27E2-2F387A13BD8C}"/>
              </a:ext>
            </a:extLst>
          </p:cNvPr>
          <p:cNvSpPr/>
          <p:nvPr/>
        </p:nvSpPr>
        <p:spPr>
          <a:xfrm>
            <a:off x="9119271" y="3492062"/>
            <a:ext cx="2999117" cy="4324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Heater, PSV, steam valve, trap and alarm tags</a:t>
            </a:r>
            <a:endParaRPr lang="en-US" sz="1300" err="1">
              <a:latin typeface="Plus Jakarta Sans" pitchFamily="2" charset="0"/>
              <a:ea typeface="Calibri"/>
              <a:cs typeface="Plus Jakarta Sans" pitchFamily="2" charset="0"/>
            </a:endParaRP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Fouling alarm and process protection information</a:t>
            </a: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2DE86CA2-EE0B-2B57-5B6A-33E525A83277}"/>
              </a:ext>
            </a:extLst>
          </p:cNvPr>
          <p:cNvSpPr/>
          <p:nvPr/>
        </p:nvSpPr>
        <p:spPr>
          <a:xfrm>
            <a:off x="9117547" y="5179325"/>
            <a:ext cx="2999116" cy="5906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Helps AI support heater performance troubleshooting and fouling analysis.</a:t>
            </a:r>
            <a:endParaRPr lang="en-US" sz="1300">
              <a:latin typeface="Plus Jakarta Sans" pitchFamily="2" charset="0"/>
              <a:cs typeface="Plus Jakarta Sans" pitchFamily="2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Support energy and maintenance optimization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9F4F34-A886-69DE-AD33-6EE0709D17A1}"/>
              </a:ext>
            </a:extLst>
          </p:cNvPr>
          <p:cNvGrpSpPr/>
          <p:nvPr/>
        </p:nvGrpSpPr>
        <p:grpSpPr>
          <a:xfrm>
            <a:off x="9328029" y="4386270"/>
            <a:ext cx="2267022" cy="442822"/>
            <a:chOff x="9299276" y="791330"/>
            <a:chExt cx="2267022" cy="442822"/>
          </a:xfrm>
        </p:grpSpPr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33041329-E905-DF44-5F4A-F8B33E86A3A1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E6C79149-325A-BC95-38F0-CC415CD8A04F}"/>
                </a:ext>
              </a:extLst>
            </p:cNvPr>
            <p:cNvSpPr/>
            <p:nvPr/>
          </p:nvSpPr>
          <p:spPr>
            <a:xfrm>
              <a:off x="9299276" y="1012166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How it is useful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FD8C911-211C-1DC4-883E-B4088649292A}"/>
              </a:ext>
            </a:extLst>
          </p:cNvPr>
          <p:cNvGrpSpPr/>
          <p:nvPr/>
        </p:nvGrpSpPr>
        <p:grpSpPr>
          <a:xfrm>
            <a:off x="9328030" y="2799648"/>
            <a:ext cx="2267022" cy="442822"/>
            <a:chOff x="9328030" y="2732273"/>
            <a:chExt cx="2267022" cy="442822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75F6DB3E-A8F5-1511-BA43-CD10971F31A5}"/>
                </a:ext>
              </a:extLst>
            </p:cNvPr>
            <p:cNvSpPr/>
            <p:nvPr/>
          </p:nvSpPr>
          <p:spPr>
            <a:xfrm>
              <a:off x="9328030" y="2732273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4" name="Text 3">
              <a:extLst>
                <a:ext uri="{FF2B5EF4-FFF2-40B4-BE49-F238E27FC236}">
                  <a16:creationId xmlns:a16="http://schemas.microsoft.com/office/drawing/2014/main" id="{B814F276-8BFB-2095-1EF7-A4235364D2CA}"/>
                </a:ext>
              </a:extLst>
            </p:cNvPr>
            <p:cNvSpPr/>
            <p:nvPr/>
          </p:nvSpPr>
          <p:spPr>
            <a:xfrm>
              <a:off x="9328030" y="2938732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can extract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pic>
        <p:nvPicPr>
          <p:cNvPr id="5" name="Picture 4" descr="PROGRAM BEASISWA CHANDRA ASRI 2024-2025 – Direktorat Kemahasiswaan">
            <a:extLst>
              <a:ext uri="{FF2B5EF4-FFF2-40B4-BE49-F238E27FC236}">
                <a16:creationId xmlns:a16="http://schemas.microsoft.com/office/drawing/2014/main" id="{196E6FDB-D6A5-0868-8762-C537166EA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976" y="-203099"/>
            <a:ext cx="2265333" cy="1158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85B0BE-68ED-4028-846B-8F69CB371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21" y="949162"/>
            <a:ext cx="7547428" cy="548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83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008D7-1561-C541-2A1A-8632FB094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2FF4BD-EBE8-0E8D-2E0E-F7FD0BBBA857}"/>
              </a:ext>
            </a:extLst>
          </p:cNvPr>
          <p:cNvSpPr txBox="1"/>
          <p:nvPr/>
        </p:nvSpPr>
        <p:spPr>
          <a:xfrm>
            <a:off x="219814" y="182113"/>
            <a:ext cx="807464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Plus Jakarta Sans" pitchFamily="2" charset="0"/>
                <a:cs typeface="Plus Jakarta Sans" pitchFamily="2" charset="0"/>
              </a:rPr>
              <a:t>P&amp;ID #SET 6 - </a:t>
            </a:r>
            <a:r>
              <a:rPr lang="en-US" sz="2200" b="1">
                <a:solidFill>
                  <a:srgbClr val="123B6D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Separation Level Control System</a:t>
            </a:r>
            <a:endParaRPr lang="en-US" sz="2200">
              <a:solidFill>
                <a:srgbClr val="000000"/>
              </a:solidFill>
              <a:latin typeface="Plus Jakarta Sans" pitchFamily="2" charset="0"/>
              <a:ea typeface="Calibri"/>
              <a:cs typeface="Plus Jakarta Sans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A71715-0347-1FCB-CD4C-CDD7893D8440}"/>
              </a:ext>
            </a:extLst>
          </p:cNvPr>
          <p:cNvCxnSpPr/>
          <p:nvPr/>
        </p:nvCxnSpPr>
        <p:spPr>
          <a:xfrm>
            <a:off x="186586" y="708643"/>
            <a:ext cx="9550400" cy="1693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BECECC-FE03-F838-7D5C-B259B332BE8D}"/>
              </a:ext>
            </a:extLst>
          </p:cNvPr>
          <p:cNvGrpSpPr/>
          <p:nvPr/>
        </p:nvGrpSpPr>
        <p:grpSpPr>
          <a:xfrm>
            <a:off x="9328031" y="920726"/>
            <a:ext cx="2267022" cy="442822"/>
            <a:chOff x="9299276" y="791330"/>
            <a:chExt cx="2267022" cy="442822"/>
          </a:xfrm>
        </p:grpSpPr>
        <p:sp>
          <p:nvSpPr>
            <p:cNvPr id="13" name="Shape 2">
              <a:extLst>
                <a:ext uri="{FF2B5EF4-FFF2-40B4-BE49-F238E27FC236}">
                  <a16:creationId xmlns:a16="http://schemas.microsoft.com/office/drawing/2014/main" id="{7F1EE144-B2C9-1F1F-FECB-60A790BAE562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ADE89771-41B4-543A-313D-3B4A5E9FD8CE}"/>
                </a:ext>
              </a:extLst>
            </p:cNvPr>
            <p:cNvSpPr/>
            <p:nvPr/>
          </p:nvSpPr>
          <p:spPr>
            <a:xfrm>
              <a:off x="9299276" y="997789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shows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sp>
        <p:nvSpPr>
          <p:cNvPr id="15" name="Text 4">
            <a:extLst>
              <a:ext uri="{FF2B5EF4-FFF2-40B4-BE49-F238E27FC236}">
                <a16:creationId xmlns:a16="http://schemas.microsoft.com/office/drawing/2014/main" id="{DEB1BFD7-63B3-2C19-7EF1-05D8FFCC8EC8}"/>
              </a:ext>
            </a:extLst>
          </p:cNvPr>
          <p:cNvSpPr/>
          <p:nvPr/>
        </p:nvSpPr>
        <p:spPr>
          <a:xfrm>
            <a:off x="9117547" y="1224349"/>
            <a:ext cx="2898475" cy="136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LP Separator and level-control valve system</a:t>
            </a: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Instrument air, HART communication, and voting logic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671A2914-055F-A5D9-27E2-2F387A13BD8C}"/>
              </a:ext>
            </a:extLst>
          </p:cNvPr>
          <p:cNvSpPr/>
          <p:nvPr/>
        </p:nvSpPr>
        <p:spPr>
          <a:xfrm>
            <a:off x="9133648" y="3424687"/>
            <a:ext cx="2999117" cy="4324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Separator, LIC, LV-6701, DVC positioner tags</a:t>
            </a: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High/low level alarms, ESD actions, </a:t>
            </a:r>
            <a:r>
              <a:rPr lang="en-US" sz="1300" err="1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permissives</a:t>
            </a:r>
            <a:endParaRPr lang="en-US" sz="1300" err="1">
              <a:latin typeface="Plus Jakarta Sans" pitchFamily="2" charset="0"/>
              <a:ea typeface="Calibri"/>
              <a:cs typeface="Plus Jakarta Sans" pitchFamily="2" charset="0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2DE86CA2-EE0B-2B57-5B6A-33E525A83277}"/>
              </a:ext>
            </a:extLst>
          </p:cNvPr>
          <p:cNvSpPr/>
          <p:nvPr/>
        </p:nvSpPr>
        <p:spPr>
          <a:xfrm>
            <a:off x="9120998" y="5304456"/>
            <a:ext cx="2999116" cy="5906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Diagnose level excursions and valve issues</a:t>
            </a:r>
          </a:p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Supports control valve troubleshooting, alarm interpretation, and safer operating decisions.</a:t>
            </a:r>
          </a:p>
          <a:p>
            <a:pPr marL="127000" indent="-127000">
              <a:buFont typeface="Arial"/>
              <a:buChar char="•"/>
            </a:pPr>
            <a:endParaRPr lang="en-US" sz="1300">
              <a:latin typeface="Plus Jakarta Sans" pitchFamily="2" charset="0"/>
              <a:ea typeface="Calibri"/>
              <a:cs typeface="Plus Jakarta Sans" pitchFamily="2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9F4F34-A886-69DE-AD33-6EE0709D17A1}"/>
              </a:ext>
            </a:extLst>
          </p:cNvPr>
          <p:cNvGrpSpPr/>
          <p:nvPr/>
        </p:nvGrpSpPr>
        <p:grpSpPr>
          <a:xfrm>
            <a:off x="9328029" y="4328520"/>
            <a:ext cx="2267022" cy="442822"/>
            <a:chOff x="9299276" y="791330"/>
            <a:chExt cx="2267022" cy="442822"/>
          </a:xfrm>
        </p:grpSpPr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33041329-E905-DF44-5F4A-F8B33E86A3A1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E6C79149-325A-BC95-38F0-CC415CD8A04F}"/>
                </a:ext>
              </a:extLst>
            </p:cNvPr>
            <p:cNvSpPr/>
            <p:nvPr/>
          </p:nvSpPr>
          <p:spPr>
            <a:xfrm>
              <a:off x="9299276" y="1012166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How it is useful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FD8C911-211C-1DC4-883E-B4088649292A}"/>
              </a:ext>
            </a:extLst>
          </p:cNvPr>
          <p:cNvGrpSpPr/>
          <p:nvPr/>
        </p:nvGrpSpPr>
        <p:grpSpPr>
          <a:xfrm>
            <a:off x="9328030" y="2713023"/>
            <a:ext cx="2267022" cy="442822"/>
            <a:chOff x="9328030" y="2732273"/>
            <a:chExt cx="2267022" cy="442822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75F6DB3E-A8F5-1511-BA43-CD10971F31A5}"/>
                </a:ext>
              </a:extLst>
            </p:cNvPr>
            <p:cNvSpPr/>
            <p:nvPr/>
          </p:nvSpPr>
          <p:spPr>
            <a:xfrm>
              <a:off x="9328030" y="2732273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4" name="Text 3">
              <a:extLst>
                <a:ext uri="{FF2B5EF4-FFF2-40B4-BE49-F238E27FC236}">
                  <a16:creationId xmlns:a16="http://schemas.microsoft.com/office/drawing/2014/main" id="{B814F276-8BFB-2095-1EF7-A4235364D2CA}"/>
                </a:ext>
              </a:extLst>
            </p:cNvPr>
            <p:cNvSpPr/>
            <p:nvPr/>
          </p:nvSpPr>
          <p:spPr>
            <a:xfrm>
              <a:off x="9328030" y="2938732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can extract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pic>
        <p:nvPicPr>
          <p:cNvPr id="5" name="Picture 4" descr="PROGRAM BEASISWA CHANDRA ASRI 2024-2025 – Direktorat Kemahasiswaan">
            <a:extLst>
              <a:ext uri="{FF2B5EF4-FFF2-40B4-BE49-F238E27FC236}">
                <a16:creationId xmlns:a16="http://schemas.microsoft.com/office/drawing/2014/main" id="{6AD09656-5EDF-FD7B-0BC0-2999E8D9E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976" y="-203099"/>
            <a:ext cx="2265333" cy="115899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D657FD88-F850-D371-8FAA-BA43A5A82235}"/>
              </a:ext>
            </a:extLst>
          </p:cNvPr>
          <p:cNvSpPr/>
          <p:nvPr/>
        </p:nvSpPr>
        <p:spPr>
          <a:xfrm>
            <a:off x="8039232" y="4937405"/>
            <a:ext cx="988267" cy="1997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B204CEF-6AD1-0569-613C-B661BBEF4E5B}"/>
              </a:ext>
            </a:extLst>
          </p:cNvPr>
          <p:cNvSpPr/>
          <p:nvPr/>
        </p:nvSpPr>
        <p:spPr>
          <a:xfrm>
            <a:off x="8050966" y="5355497"/>
            <a:ext cx="988267" cy="235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85EB5D2-DAB2-C31A-2E65-A5C910D0A861}"/>
              </a:ext>
            </a:extLst>
          </p:cNvPr>
          <p:cNvSpPr/>
          <p:nvPr/>
        </p:nvSpPr>
        <p:spPr>
          <a:xfrm>
            <a:off x="3440624" y="1148016"/>
            <a:ext cx="399081" cy="76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BBA964A-7FDB-3E48-BA18-79E0DD06E8F4}"/>
              </a:ext>
            </a:extLst>
          </p:cNvPr>
          <p:cNvSpPr/>
          <p:nvPr/>
        </p:nvSpPr>
        <p:spPr>
          <a:xfrm>
            <a:off x="403383" y="1278610"/>
            <a:ext cx="6016637" cy="3465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8F15230-1CE3-B888-C21F-A15FCC982A77}"/>
              </a:ext>
            </a:extLst>
          </p:cNvPr>
          <p:cNvSpPr/>
          <p:nvPr/>
        </p:nvSpPr>
        <p:spPr>
          <a:xfrm>
            <a:off x="2533973" y="5660531"/>
            <a:ext cx="1759058" cy="242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8865B3F-3E6F-FBD4-2E21-140C6225368E}"/>
              </a:ext>
            </a:extLst>
          </p:cNvPr>
          <p:cNvSpPr/>
          <p:nvPr/>
        </p:nvSpPr>
        <p:spPr>
          <a:xfrm>
            <a:off x="255722" y="5304456"/>
            <a:ext cx="96500" cy="677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E8E437A-C8F8-42CF-A787-F7822C5F3F95}"/>
              </a:ext>
            </a:extLst>
          </p:cNvPr>
          <p:cNvGrpSpPr/>
          <p:nvPr/>
        </p:nvGrpSpPr>
        <p:grpSpPr>
          <a:xfrm>
            <a:off x="632212" y="751251"/>
            <a:ext cx="7886339" cy="5896887"/>
            <a:chOff x="826340" y="821219"/>
            <a:chExt cx="7429947" cy="558203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C4E1F34-16C0-4B4C-95AC-C2DB8D6E4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340" y="821219"/>
              <a:ext cx="7429947" cy="5582039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FD67F86-29A4-47C2-9B81-492A2CCE24EF}"/>
                </a:ext>
              </a:extLst>
            </p:cNvPr>
            <p:cNvCxnSpPr>
              <a:cxnSpLocks/>
            </p:cNvCxnSpPr>
            <p:nvPr/>
          </p:nvCxnSpPr>
          <p:spPr>
            <a:xfrm>
              <a:off x="857870" y="1377568"/>
              <a:ext cx="7352677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3452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60765-7518-9083-AE54-D90B4792C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060049-9771-0C2B-811B-7847753582B8}"/>
              </a:ext>
            </a:extLst>
          </p:cNvPr>
          <p:cNvSpPr txBox="1"/>
          <p:nvPr/>
        </p:nvSpPr>
        <p:spPr>
          <a:xfrm>
            <a:off x="219814" y="182113"/>
            <a:ext cx="807464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Plus Jakarta Sans" pitchFamily="2" charset="0"/>
                <a:cs typeface="Plus Jakarta Sans" pitchFamily="2" charset="0"/>
              </a:rPr>
              <a:t>P&amp;ID #SET 7 - </a:t>
            </a:r>
            <a:r>
              <a:rPr lang="en-US" sz="2200" b="1">
                <a:solidFill>
                  <a:srgbClr val="123B6D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Cooling Tower Fan (CT-7801) System</a:t>
            </a:r>
            <a:endParaRPr lang="en-US" sz="2200">
              <a:solidFill>
                <a:srgbClr val="000000"/>
              </a:solidFill>
              <a:latin typeface="Plus Jakarta Sans" pitchFamily="2" charset="0"/>
              <a:ea typeface="Calibri"/>
              <a:cs typeface="Plus Jakarta Sans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706AA6-A43D-DA6C-C8A2-F2313FFD9E63}"/>
              </a:ext>
            </a:extLst>
          </p:cNvPr>
          <p:cNvCxnSpPr/>
          <p:nvPr/>
        </p:nvCxnSpPr>
        <p:spPr>
          <a:xfrm>
            <a:off x="186586" y="708643"/>
            <a:ext cx="9550400" cy="1693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C452DA-DA75-1FF1-0824-0D9F16744E02}"/>
              </a:ext>
            </a:extLst>
          </p:cNvPr>
          <p:cNvGrpSpPr/>
          <p:nvPr/>
        </p:nvGrpSpPr>
        <p:grpSpPr>
          <a:xfrm>
            <a:off x="9328031" y="920726"/>
            <a:ext cx="2267022" cy="442822"/>
            <a:chOff x="9299276" y="791330"/>
            <a:chExt cx="2267022" cy="442822"/>
          </a:xfrm>
        </p:grpSpPr>
        <p:sp>
          <p:nvSpPr>
            <p:cNvPr id="13" name="Shape 2">
              <a:extLst>
                <a:ext uri="{FF2B5EF4-FFF2-40B4-BE49-F238E27FC236}">
                  <a16:creationId xmlns:a16="http://schemas.microsoft.com/office/drawing/2014/main" id="{32E4138C-A442-6999-E6BC-2CA7BA92D685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D3CADDF4-5CD9-A035-FA8D-6BADDBE5D706}"/>
                </a:ext>
              </a:extLst>
            </p:cNvPr>
            <p:cNvSpPr/>
            <p:nvPr/>
          </p:nvSpPr>
          <p:spPr>
            <a:xfrm>
              <a:off x="9299276" y="997789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shows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sp>
        <p:nvSpPr>
          <p:cNvPr id="15" name="Text 4">
            <a:extLst>
              <a:ext uri="{FF2B5EF4-FFF2-40B4-BE49-F238E27FC236}">
                <a16:creationId xmlns:a16="http://schemas.microsoft.com/office/drawing/2014/main" id="{396E9D6E-A9FB-0F8A-D930-8B526AEDAF82}"/>
              </a:ext>
            </a:extLst>
          </p:cNvPr>
          <p:cNvSpPr/>
          <p:nvPr/>
        </p:nvSpPr>
        <p:spPr>
          <a:xfrm>
            <a:off x="9117547" y="1207851"/>
            <a:ext cx="2898475" cy="136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Cooling tower fan, gearbox, motor and cooling cell operation</a:t>
            </a: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Interlocks related to vibration, oil temperature and motor load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8C4DB8A-68E4-D237-4242-2BDBAA2C1621}"/>
              </a:ext>
            </a:extLst>
          </p:cNvPr>
          <p:cNvSpPr/>
          <p:nvPr/>
        </p:nvSpPr>
        <p:spPr>
          <a:xfrm>
            <a:off x="9119271" y="3382352"/>
            <a:ext cx="2999117" cy="4324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Fan, gearbox, motor, vibration, temperature and permissive tags</a:t>
            </a: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Trip logic, spare-cell activation logic and DCS notifications</a:t>
            </a: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58BD1819-AF61-8404-5415-27C50F196F1D}"/>
              </a:ext>
            </a:extLst>
          </p:cNvPr>
          <p:cNvSpPr/>
          <p:nvPr/>
        </p:nvSpPr>
        <p:spPr>
          <a:xfrm>
            <a:off x="9092243" y="5187356"/>
            <a:ext cx="2999116" cy="5906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AI helps analyze fan trips and cooling-system reliability issues</a:t>
            </a: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Assist maintenance planning for vibration, gearbox problems, oil pressure verification, and motor overload investigation.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AA04B6B-1018-4839-F8B6-7812D6642C94}"/>
              </a:ext>
            </a:extLst>
          </p:cNvPr>
          <p:cNvGrpSpPr/>
          <p:nvPr/>
        </p:nvGrpSpPr>
        <p:grpSpPr>
          <a:xfrm>
            <a:off x="9328029" y="4335032"/>
            <a:ext cx="2267022" cy="442822"/>
            <a:chOff x="9299276" y="791330"/>
            <a:chExt cx="2267022" cy="442822"/>
          </a:xfrm>
        </p:grpSpPr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8352C09C-0A3F-5A20-602F-FB479B5C55C3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E957507B-B203-E4B7-B65B-58AFA9505953}"/>
                </a:ext>
              </a:extLst>
            </p:cNvPr>
            <p:cNvSpPr/>
            <p:nvPr/>
          </p:nvSpPr>
          <p:spPr>
            <a:xfrm>
              <a:off x="9299276" y="1012166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How it is useful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A287D9A-C6B4-EDAF-4FB4-1CE9E4FD23C3}"/>
              </a:ext>
            </a:extLst>
          </p:cNvPr>
          <p:cNvGrpSpPr/>
          <p:nvPr/>
        </p:nvGrpSpPr>
        <p:grpSpPr>
          <a:xfrm>
            <a:off x="9328030" y="2647603"/>
            <a:ext cx="2267022" cy="442822"/>
            <a:chOff x="9328030" y="2732273"/>
            <a:chExt cx="2267022" cy="442822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9A76E941-AD58-B5DC-6B42-651A40D3A079}"/>
                </a:ext>
              </a:extLst>
            </p:cNvPr>
            <p:cNvSpPr/>
            <p:nvPr/>
          </p:nvSpPr>
          <p:spPr>
            <a:xfrm>
              <a:off x="9328030" y="2732273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4" name="Text 3">
              <a:extLst>
                <a:ext uri="{FF2B5EF4-FFF2-40B4-BE49-F238E27FC236}">
                  <a16:creationId xmlns:a16="http://schemas.microsoft.com/office/drawing/2014/main" id="{45CDD4B1-6D66-6DFA-14E3-D0C6850757EA}"/>
                </a:ext>
              </a:extLst>
            </p:cNvPr>
            <p:cNvSpPr/>
            <p:nvPr/>
          </p:nvSpPr>
          <p:spPr>
            <a:xfrm>
              <a:off x="9328030" y="2938732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can extract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pic>
        <p:nvPicPr>
          <p:cNvPr id="5" name="Picture 4" descr="PROGRAM BEASISWA CHANDRA ASRI 2024-2025 – Direktorat Kemahasiswaan">
            <a:extLst>
              <a:ext uri="{FF2B5EF4-FFF2-40B4-BE49-F238E27FC236}">
                <a16:creationId xmlns:a16="http://schemas.microsoft.com/office/drawing/2014/main" id="{A67D9F70-A127-C92C-75A1-AEC7A30FD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976" y="-203099"/>
            <a:ext cx="2265333" cy="1158995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726C3A9B-3143-7B6D-BA42-BF96E8739C57}"/>
              </a:ext>
            </a:extLst>
          </p:cNvPr>
          <p:cNvSpPr/>
          <p:nvPr/>
        </p:nvSpPr>
        <p:spPr>
          <a:xfrm>
            <a:off x="285750" y="5238750"/>
            <a:ext cx="98280" cy="762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38F42F-A65D-622B-8E6A-259509985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21" y="1078301"/>
            <a:ext cx="8101641" cy="54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1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38DF6-30D3-73F9-0468-5346EF5F8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A0AD41A-5C3C-356D-E28F-BCC90A9331B8}"/>
              </a:ext>
            </a:extLst>
          </p:cNvPr>
          <p:cNvSpPr txBox="1"/>
          <p:nvPr/>
        </p:nvSpPr>
        <p:spPr>
          <a:xfrm>
            <a:off x="219814" y="182113"/>
            <a:ext cx="807464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Plus Jakarta Sans" pitchFamily="2" charset="0"/>
                <a:cs typeface="Plus Jakarta Sans" pitchFamily="2" charset="0"/>
              </a:rPr>
              <a:t>P&amp;ID #SET 8 - </a:t>
            </a:r>
            <a:r>
              <a:rPr lang="en-US" sz="2200" b="1">
                <a:solidFill>
                  <a:srgbClr val="123B6D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Solvent Fractionation System</a:t>
            </a:r>
            <a:endParaRPr lang="en-US" sz="2200">
              <a:solidFill>
                <a:srgbClr val="000000"/>
              </a:solidFill>
              <a:latin typeface="Plus Jakarta Sans" pitchFamily="2" charset="0"/>
              <a:ea typeface="Calibri"/>
              <a:cs typeface="Plus Jakarta Sans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27635E-E2E2-9215-15B2-45E10657D31F}"/>
              </a:ext>
            </a:extLst>
          </p:cNvPr>
          <p:cNvCxnSpPr/>
          <p:nvPr/>
        </p:nvCxnSpPr>
        <p:spPr>
          <a:xfrm>
            <a:off x="186586" y="708643"/>
            <a:ext cx="9550400" cy="1693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99C0F74-1701-A3A4-8511-B0CAE911E0FB}"/>
              </a:ext>
            </a:extLst>
          </p:cNvPr>
          <p:cNvGrpSpPr/>
          <p:nvPr/>
        </p:nvGrpSpPr>
        <p:grpSpPr>
          <a:xfrm>
            <a:off x="9328031" y="920726"/>
            <a:ext cx="2267022" cy="442822"/>
            <a:chOff x="9299276" y="791330"/>
            <a:chExt cx="2267022" cy="442822"/>
          </a:xfrm>
        </p:grpSpPr>
        <p:sp>
          <p:nvSpPr>
            <p:cNvPr id="13" name="Shape 2">
              <a:extLst>
                <a:ext uri="{FF2B5EF4-FFF2-40B4-BE49-F238E27FC236}">
                  <a16:creationId xmlns:a16="http://schemas.microsoft.com/office/drawing/2014/main" id="{686E4A3A-8D8E-6B3A-D559-6CC46984E315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49B29D1D-C76D-9687-369A-8CF0850FC840}"/>
                </a:ext>
              </a:extLst>
            </p:cNvPr>
            <p:cNvSpPr/>
            <p:nvPr/>
          </p:nvSpPr>
          <p:spPr>
            <a:xfrm>
              <a:off x="9299276" y="997789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shows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sp>
        <p:nvSpPr>
          <p:cNvPr id="15" name="Text 4">
            <a:extLst>
              <a:ext uri="{FF2B5EF4-FFF2-40B4-BE49-F238E27FC236}">
                <a16:creationId xmlns:a16="http://schemas.microsoft.com/office/drawing/2014/main" id="{5FAA04DC-49BD-022E-6F05-D784F1CEB544}"/>
              </a:ext>
            </a:extLst>
          </p:cNvPr>
          <p:cNvSpPr/>
          <p:nvPr/>
        </p:nvSpPr>
        <p:spPr>
          <a:xfrm>
            <a:off x="9117547" y="1368724"/>
            <a:ext cx="2898475" cy="136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Solvent fractionation and reflux accumulator drum system</a:t>
            </a: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Reflux pumps, level protection, venting and start permissive logic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FAEE487A-18F5-181F-BFFE-9362BCA68B0D}"/>
              </a:ext>
            </a:extLst>
          </p:cNvPr>
          <p:cNvSpPr/>
          <p:nvPr/>
        </p:nvSpPr>
        <p:spPr>
          <a:xfrm>
            <a:off x="9119271" y="3505372"/>
            <a:ext cx="2999117" cy="4324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Accumulator drum, pumps, valves, flow and pressure tags</a:t>
            </a: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SIL logic, high/low level alarms, trips and DCS alarm actions</a:t>
            </a: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FFD8DFD-8EE5-7DB3-769A-31638BB47138}"/>
              </a:ext>
            </a:extLst>
          </p:cNvPr>
          <p:cNvSpPr/>
          <p:nvPr/>
        </p:nvSpPr>
        <p:spPr>
          <a:xfrm>
            <a:off x="9120998" y="5393541"/>
            <a:ext cx="2999116" cy="5906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Explain reflux operation and fractionation upsets</a:t>
            </a:r>
          </a:p>
          <a:p>
            <a:pPr marL="127000" indent="-127000"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Plus Jakarta Sans" pitchFamily="2" charset="0"/>
                <a:ea typeface="Calibri"/>
                <a:cs typeface="Plus Jakarta Sans" pitchFamily="2" charset="0"/>
              </a:rPr>
              <a:t>Support root-cause analysis for trips, alarms and level-control issues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A971306-3EF0-D82A-FB1A-7B33491D301A}"/>
              </a:ext>
            </a:extLst>
          </p:cNvPr>
          <p:cNvGrpSpPr/>
          <p:nvPr/>
        </p:nvGrpSpPr>
        <p:grpSpPr>
          <a:xfrm>
            <a:off x="9328029" y="4600486"/>
            <a:ext cx="2267022" cy="442822"/>
            <a:chOff x="9299276" y="791330"/>
            <a:chExt cx="2267022" cy="442822"/>
          </a:xfrm>
        </p:grpSpPr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234832FB-C33D-79D8-CFEC-D7BEBCAEB238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E92379B2-F353-E5C8-FD36-ADD0D07B0E67}"/>
                </a:ext>
              </a:extLst>
            </p:cNvPr>
            <p:cNvSpPr/>
            <p:nvPr/>
          </p:nvSpPr>
          <p:spPr>
            <a:xfrm>
              <a:off x="9299276" y="1012166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How it is useful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E5300A4-CE76-E324-275E-5C81C82F9406}"/>
              </a:ext>
            </a:extLst>
          </p:cNvPr>
          <p:cNvGrpSpPr/>
          <p:nvPr/>
        </p:nvGrpSpPr>
        <p:grpSpPr>
          <a:xfrm>
            <a:off x="9328030" y="2812958"/>
            <a:ext cx="2267022" cy="442822"/>
            <a:chOff x="9328030" y="2732273"/>
            <a:chExt cx="2267022" cy="442822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08F3F6A3-F2E5-913E-C8CE-4EBC9F2819A4}"/>
                </a:ext>
              </a:extLst>
            </p:cNvPr>
            <p:cNvSpPr/>
            <p:nvPr/>
          </p:nvSpPr>
          <p:spPr>
            <a:xfrm>
              <a:off x="9328030" y="2732273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4" name="Text 3">
              <a:extLst>
                <a:ext uri="{FF2B5EF4-FFF2-40B4-BE49-F238E27FC236}">
                  <a16:creationId xmlns:a16="http://schemas.microsoft.com/office/drawing/2014/main" id="{0495AC5F-4B82-FEF4-7FE8-53F69184B1D1}"/>
                </a:ext>
              </a:extLst>
            </p:cNvPr>
            <p:cNvSpPr/>
            <p:nvPr/>
          </p:nvSpPr>
          <p:spPr>
            <a:xfrm>
              <a:off x="9328030" y="2938732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can extract</a:t>
              </a:r>
              <a:endParaRPr lang="en-US" sz="1600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pic>
        <p:nvPicPr>
          <p:cNvPr id="5" name="Picture 4" descr="PROGRAM BEASISWA CHANDRA ASRI 2024-2025 – Direktorat Kemahasiswaan">
            <a:extLst>
              <a:ext uri="{FF2B5EF4-FFF2-40B4-BE49-F238E27FC236}">
                <a16:creationId xmlns:a16="http://schemas.microsoft.com/office/drawing/2014/main" id="{6F02B947-AC32-A364-7C49-A2E44D582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976" y="-203099"/>
            <a:ext cx="2265333" cy="115899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853A3BC5-9EB4-FA29-0FCD-043C00046A1C}"/>
              </a:ext>
            </a:extLst>
          </p:cNvPr>
          <p:cNvSpPr/>
          <p:nvPr/>
        </p:nvSpPr>
        <p:spPr>
          <a:xfrm>
            <a:off x="260195" y="5393541"/>
            <a:ext cx="94454" cy="755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5270C6-BB31-2B42-1F79-B7ED0DBF7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53" y="948906"/>
            <a:ext cx="8015378" cy="534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63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61FAA-A0E5-98D8-CE80-BFA94701E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4F7736-3CDD-9E5F-409C-36DB811F135B}"/>
              </a:ext>
            </a:extLst>
          </p:cNvPr>
          <p:cNvCxnSpPr/>
          <p:nvPr/>
        </p:nvCxnSpPr>
        <p:spPr>
          <a:xfrm>
            <a:off x="186586" y="708643"/>
            <a:ext cx="9550400" cy="1693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1796A9-8988-81A7-55C8-CAD56F5CD86F}"/>
              </a:ext>
            </a:extLst>
          </p:cNvPr>
          <p:cNvGrpSpPr/>
          <p:nvPr/>
        </p:nvGrpSpPr>
        <p:grpSpPr>
          <a:xfrm>
            <a:off x="5805176" y="920726"/>
            <a:ext cx="3589072" cy="442822"/>
            <a:chOff x="9299276" y="791330"/>
            <a:chExt cx="2267022" cy="442822"/>
          </a:xfrm>
        </p:grpSpPr>
        <p:sp>
          <p:nvSpPr>
            <p:cNvPr id="13" name="Shape 2">
              <a:extLst>
                <a:ext uri="{FF2B5EF4-FFF2-40B4-BE49-F238E27FC236}">
                  <a16:creationId xmlns:a16="http://schemas.microsoft.com/office/drawing/2014/main" id="{876A9DE5-DA37-9077-7CF5-AAE21F1A23E7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84E74604-EA78-42BF-2722-D2D3049CEEA7}"/>
                </a:ext>
              </a:extLst>
            </p:cNvPr>
            <p:cNvSpPr/>
            <p:nvPr/>
          </p:nvSpPr>
          <p:spPr>
            <a:xfrm>
              <a:off x="9299276" y="997789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shows</a:t>
              </a:r>
              <a:endParaRPr lang="en-US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sp>
        <p:nvSpPr>
          <p:cNvPr id="15" name="Text 4">
            <a:extLst>
              <a:ext uri="{FF2B5EF4-FFF2-40B4-BE49-F238E27FC236}">
                <a16:creationId xmlns:a16="http://schemas.microsoft.com/office/drawing/2014/main" id="{42B9689E-9BE9-74B3-AF33-C9172A7CA50A}"/>
              </a:ext>
            </a:extLst>
          </p:cNvPr>
          <p:cNvSpPr/>
          <p:nvPr/>
        </p:nvSpPr>
        <p:spPr>
          <a:xfrm>
            <a:off x="6805061" y="1368724"/>
            <a:ext cx="5210961" cy="136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>
              <a:buSzPct val="100000"/>
              <a:buFont typeface="Arial"/>
              <a:buChar char="•"/>
            </a:pPr>
            <a:endParaRPr lang="en-US" sz="1300">
              <a:solidFill>
                <a:srgbClr val="000000"/>
              </a:solidFill>
              <a:latin typeface="Plus Jakarta Sans" pitchFamily="2" charset="0"/>
              <a:ea typeface="Calibri"/>
              <a:cs typeface="Plus Jakarta Sans" pitchFamily="2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34C747F-014C-3F9F-E575-3E98A0DDB277}"/>
              </a:ext>
            </a:extLst>
          </p:cNvPr>
          <p:cNvGrpSpPr/>
          <p:nvPr/>
        </p:nvGrpSpPr>
        <p:grpSpPr>
          <a:xfrm>
            <a:off x="5805174" y="4608414"/>
            <a:ext cx="3589072" cy="442822"/>
            <a:chOff x="9299276" y="791330"/>
            <a:chExt cx="2267022" cy="442822"/>
          </a:xfrm>
        </p:grpSpPr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5975885C-781E-A17C-FA35-A81DEBDA51BE}"/>
                </a:ext>
              </a:extLst>
            </p:cNvPr>
            <p:cNvSpPr/>
            <p:nvPr/>
          </p:nvSpPr>
          <p:spPr>
            <a:xfrm>
              <a:off x="9299276" y="791330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/>
            <a:p>
              <a:endParaRPr lang="en-US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E5E8DDDF-BF7B-9883-D481-AA6CCD9CED25}"/>
                </a:ext>
              </a:extLst>
            </p:cNvPr>
            <p:cNvSpPr/>
            <p:nvPr/>
          </p:nvSpPr>
          <p:spPr>
            <a:xfrm>
              <a:off x="9299276" y="1012166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How it is useful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2FB0CAB-5497-625B-7217-3A3CDFD2CA1C}"/>
              </a:ext>
            </a:extLst>
          </p:cNvPr>
          <p:cNvGrpSpPr/>
          <p:nvPr/>
        </p:nvGrpSpPr>
        <p:grpSpPr>
          <a:xfrm>
            <a:off x="5805175" y="2630669"/>
            <a:ext cx="3589072" cy="442822"/>
            <a:chOff x="9328030" y="2732273"/>
            <a:chExt cx="2267022" cy="442822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7FED2610-E853-B6B7-455D-F8D714B15F96}"/>
                </a:ext>
              </a:extLst>
            </p:cNvPr>
            <p:cNvSpPr/>
            <p:nvPr/>
          </p:nvSpPr>
          <p:spPr>
            <a:xfrm>
              <a:off x="9328030" y="2732273"/>
              <a:ext cx="2267022" cy="442822"/>
            </a:xfrm>
            <a:prstGeom prst="rect">
              <a:avLst/>
            </a:prstGeom>
            <a:solidFill>
              <a:srgbClr val="3C8D40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Plus Jakarta Sans" pitchFamily="2" charset="0"/>
                <a:cs typeface="Plus Jakarta Sans" pitchFamily="2" charset="0"/>
              </a:endParaRPr>
            </a:p>
          </p:txBody>
        </p:sp>
        <p:sp>
          <p:nvSpPr>
            <p:cNvPr id="34" name="Text 3">
              <a:extLst>
                <a:ext uri="{FF2B5EF4-FFF2-40B4-BE49-F238E27FC236}">
                  <a16:creationId xmlns:a16="http://schemas.microsoft.com/office/drawing/2014/main" id="{DEEC2665-BE13-DDE0-887E-DA97B55B53D8}"/>
                </a:ext>
              </a:extLst>
            </p:cNvPr>
            <p:cNvSpPr/>
            <p:nvPr/>
          </p:nvSpPr>
          <p:spPr>
            <a:xfrm>
              <a:off x="9328030" y="2938732"/>
              <a:ext cx="2267022" cy="1437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>
                  <a:solidFill>
                    <a:srgbClr val="FFFFFF"/>
                  </a:solidFill>
                  <a:latin typeface="Plus Jakarta Sans" pitchFamily="2" charset="0"/>
                  <a:cs typeface="Plus Jakarta Sans" pitchFamily="2" charset="0"/>
                </a:rPr>
                <a:t>What it can extract</a:t>
              </a:r>
              <a:endParaRPr lang="en-US">
                <a:latin typeface="Plus Jakarta Sans" pitchFamily="2" charset="0"/>
                <a:cs typeface="Plus Jakarta Sans" pitchFamily="2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9F3A830-150F-DF52-D5B8-8EAE83C74D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410"/>
          <a:stretch>
            <a:fillRect/>
          </a:stretch>
        </p:blipFill>
        <p:spPr>
          <a:xfrm>
            <a:off x="291593" y="920726"/>
            <a:ext cx="4977117" cy="25613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B9FE7C-7835-F95C-536E-DE6E97391DDB}"/>
              </a:ext>
            </a:extLst>
          </p:cNvPr>
          <p:cNvSpPr txBox="1"/>
          <p:nvPr/>
        </p:nvSpPr>
        <p:spPr>
          <a:xfrm>
            <a:off x="5805174" y="1490145"/>
            <a:ext cx="6095233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100" kern="100">
                <a:effectLst/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Historical maintenance records for plant equipment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100" kern="100">
                <a:effectLst/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Failures, inspections, preventive, predictive, calibration, and overhaul activities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100">
                <a:effectLst/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Downtime, maintenance costs, root causes, and corrective actions for each work order </a:t>
            </a:r>
            <a:endParaRPr lang="en-ID" sz="1100">
              <a:latin typeface="Plus Jakarta Sans" pitchFamily="2" charset="0"/>
              <a:ea typeface="Calibri" panose="020F0502020204030204" pitchFamily="34" charset="0"/>
              <a:cs typeface="Plus Jakarta Sans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67376A-0D0E-7F68-79DE-2775C884D6EB}"/>
              </a:ext>
            </a:extLst>
          </p:cNvPr>
          <p:cNvSpPr txBox="1"/>
          <p:nvPr/>
        </p:nvSpPr>
        <p:spPr>
          <a:xfrm>
            <a:off x="5805174" y="3162311"/>
            <a:ext cx="62108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100" kern="100">
                <a:effectLst/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Equipment reliability and failure trends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100" kern="100">
                <a:effectLst/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Recurring issues, root causes, and breakdown patterns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100" kern="100">
                <a:effectLst/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Downtime, maintenance cost, and spare part consumption analysis</a:t>
            </a:r>
          </a:p>
          <a:p>
            <a:pPr>
              <a:buNone/>
            </a:pPr>
            <a:r>
              <a:rPr lang="en-ID" sz="1100">
                <a:effectLst/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Equipment-level maintenance history using </a:t>
            </a:r>
            <a:r>
              <a:rPr lang="en-ID" sz="1100" b="1">
                <a:effectLst/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Equipment Tag</a:t>
            </a:r>
            <a:r>
              <a:rPr lang="en-ID" sz="1100">
                <a:effectLst/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 as the common key across datasets </a:t>
            </a:r>
            <a:endParaRPr lang="en-ID" sz="1100">
              <a:latin typeface="Plus Jakarta Sans" pitchFamily="2" charset="0"/>
              <a:ea typeface="Calibri" panose="020F0502020204030204" pitchFamily="34" charset="0"/>
              <a:cs typeface="Plus Jakarta Sans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6E4FB7-81AD-9911-20D8-835DC6FDC1AA}"/>
              </a:ext>
            </a:extLst>
          </p:cNvPr>
          <p:cNvSpPr txBox="1"/>
          <p:nvPr/>
        </p:nvSpPr>
        <p:spPr>
          <a:xfrm>
            <a:off x="5805174" y="5171033"/>
            <a:ext cx="62108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100" kern="100">
                <a:effectLst/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Identifies high-risk and high-cost equipment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100" kern="100">
                <a:effectLst/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Supports root cause and reliability analysis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100" kern="100">
                <a:effectLst/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Connects maintenance history with operational and engineering data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100" kern="100">
                <a:effectLst/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Enables predictive maintenance and maintenance knowledge hub use cases</a:t>
            </a: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818289E7-D6EE-017C-4263-B054E6A61F2F}"/>
              </a:ext>
            </a:extLst>
          </p:cNvPr>
          <p:cNvSpPr/>
          <p:nvPr/>
        </p:nvSpPr>
        <p:spPr>
          <a:xfrm>
            <a:off x="2743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23B6D"/>
                </a:solidFill>
                <a:latin typeface="Plus Jakarta Sans" pitchFamily="2" charset="0"/>
                <a:cs typeface="Plus Jakarta Sans" pitchFamily="2" charset="0"/>
              </a:rPr>
              <a:t>Maintenance History (Excel)</a:t>
            </a:r>
            <a:endParaRPr lang="en-US" sz="2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49F6F5-129C-4D79-D269-CD34678A7A6E}"/>
              </a:ext>
            </a:extLst>
          </p:cNvPr>
          <p:cNvSpPr txBox="1"/>
          <p:nvPr/>
        </p:nvSpPr>
        <p:spPr>
          <a:xfrm flipH="1">
            <a:off x="1568918" y="3542085"/>
            <a:ext cx="2470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0000"/>
                </a:solidFill>
                <a:latin typeface="Plus Jakarta Sans" pitchFamily="2" charset="0"/>
                <a:ea typeface="Calibri" panose="020F0502020204030204" pitchFamily="34" charset="0"/>
                <a:cs typeface="Plus Jakarta Sans" pitchFamily="2" charset="0"/>
              </a:rPr>
              <a:t>Also please see the explanation of each column in this sheet </a:t>
            </a:r>
            <a:endParaRPr lang="en-ID" sz="1400">
              <a:solidFill>
                <a:srgbClr val="FF0000"/>
              </a:solidFill>
              <a:latin typeface="Plus Jakarta Sans" pitchFamily="2" charset="0"/>
              <a:ea typeface="Calibri" panose="020F0502020204030204" pitchFamily="34" charset="0"/>
              <a:cs typeface="Plus Jakarta Sans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EF4DE7-D438-E525-8264-A6C8DFCBD513}"/>
              </a:ext>
            </a:extLst>
          </p:cNvPr>
          <p:cNvSpPr/>
          <p:nvPr/>
        </p:nvSpPr>
        <p:spPr>
          <a:xfrm>
            <a:off x="1568918" y="3263915"/>
            <a:ext cx="548640" cy="2181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Picture 2" descr="PROGRAM BEASISWA CHANDRA ASRI 2024-2025 – Direktorat Kemahasiswaan">
            <a:extLst>
              <a:ext uri="{FF2B5EF4-FFF2-40B4-BE49-F238E27FC236}">
                <a16:creationId xmlns:a16="http://schemas.microsoft.com/office/drawing/2014/main" id="{1A6D3CC2-8A50-8AD5-93E5-E0DCDCF5E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976" y="-203099"/>
            <a:ext cx="2265333" cy="115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43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2C4518E1ED9C4C808F6F104771DAF4" ma:contentTypeVersion="18" ma:contentTypeDescription="Create a new document." ma:contentTypeScope="" ma:versionID="58198918a17d838bcb25a0e6a8e7af6d">
  <xsd:schema xmlns:xsd="http://www.w3.org/2001/XMLSchema" xmlns:xs="http://www.w3.org/2001/XMLSchema" xmlns:p="http://schemas.microsoft.com/office/2006/metadata/properties" xmlns:ns2="831850e5-ca91-43e1-afa5-cf72b3205c9b" xmlns:ns3="0a71efe2-5848-4835-ba9f-8faf6945352d" targetNamespace="http://schemas.microsoft.com/office/2006/metadata/properties" ma:root="true" ma:fieldsID="dbb7d9c8a963165d3a7bcebf80db274b" ns2:_="" ns3:_="">
    <xsd:import namespace="831850e5-ca91-43e1-afa5-cf72b3205c9b"/>
    <xsd:import namespace="0a71efe2-5848-4835-ba9f-8faf694535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1850e5-ca91-43e1-afa5-cf72b3205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4cbfe34-5b9c-4d8b-9c6a-ff67f326de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3" nillable="true" ma:displayName="Status" ma:description="Status activity" ma:format="Dropdown" ma:internalName="Status">
      <xsd:simpleType>
        <xsd:restriction base="dms:Choice">
          <xsd:enumeration value="To do"/>
          <xsd:enumeration value="In Progress"/>
          <xsd:enumeration value="Complete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1efe2-5848-4835-ba9f-8faf6945352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ccd0597-706a-4593-b691-8b842788275c}" ma:internalName="TaxCatchAll" ma:showField="CatchAllData" ma:web="0a71efe2-5848-4835-ba9f-8faf694535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71efe2-5848-4835-ba9f-8faf6945352d" xsi:nil="true"/>
    <lcf76f155ced4ddcb4097134ff3c332f xmlns="831850e5-ca91-43e1-afa5-cf72b3205c9b">
      <Terms xmlns="http://schemas.microsoft.com/office/infopath/2007/PartnerControls"/>
    </lcf76f155ced4ddcb4097134ff3c332f>
    <Status xmlns="831850e5-ca91-43e1-afa5-cf72b3205c9b" xsi:nil="true"/>
  </documentManagement>
</p:properties>
</file>

<file path=customXml/itemProps1.xml><?xml version="1.0" encoding="utf-8"?>
<ds:datastoreItem xmlns:ds="http://schemas.openxmlformats.org/officeDocument/2006/customXml" ds:itemID="{EB97FC64-28A1-433B-9616-3D090605F2AC}">
  <ds:schemaRefs>
    <ds:schemaRef ds:uri="0a71efe2-5848-4835-ba9f-8faf6945352d"/>
    <ds:schemaRef ds:uri="831850e5-ca91-43e1-afa5-cf72b3205c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CA82C9C-DDD5-442F-A944-459CAE4056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70A749-CCB0-4354-B16E-C240E49B8BBB}">
  <ds:schemaRefs>
    <ds:schemaRef ds:uri="0a71efe2-5848-4835-ba9f-8faf6945352d"/>
    <ds:schemaRef ds:uri="831850e5-ca91-43e1-afa5-cf72b3205c9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26ac4c88-3875-4bc2-aac4-371aa6c119c2}" enabled="1" method="Standard" siteId="{a289e960-a538-4db3-adf0-845b57e616c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Brigitta Claudia - ITD</dc:creator>
  <cp:revision>1</cp:revision>
  <dcterms:created xsi:type="dcterms:W3CDTF">2026-08-05T09:13:18Z</dcterms:created>
  <dcterms:modified xsi:type="dcterms:W3CDTF">2026-08-10T09:00:50Z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0x010100F52C4518E1ED9C4C808F6F104771DAF4</vt:lpwstr>
  </property>
  <property fmtid="{D5CDD505-2E9C-101B-9397-08002B2CF9AE}" pid="3" name="MediaServiceImageTags">
    <vt:lpwstr/>
  </property>
</Properties>
</file>